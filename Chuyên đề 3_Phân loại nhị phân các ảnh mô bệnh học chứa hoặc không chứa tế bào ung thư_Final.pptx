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559_2CEDAB2B.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 id="2147483673" r:id="rId5"/>
  </p:sldMasterIdLst>
  <p:notesMasterIdLst>
    <p:notesMasterId r:id="rId46"/>
  </p:notesMasterIdLst>
  <p:handoutMasterIdLst>
    <p:handoutMasterId r:id="rId47"/>
  </p:handoutMasterIdLst>
  <p:sldIdLst>
    <p:sldId id="355" r:id="rId6"/>
    <p:sldId id="1262" r:id="rId7"/>
    <p:sldId id="1378" r:id="rId8"/>
    <p:sldId id="1347" r:id="rId9"/>
    <p:sldId id="1348" r:id="rId10"/>
    <p:sldId id="1375" r:id="rId11"/>
    <p:sldId id="1350" r:id="rId12"/>
    <p:sldId id="1351" r:id="rId13"/>
    <p:sldId id="1376" r:id="rId14"/>
    <p:sldId id="1349" r:id="rId15"/>
    <p:sldId id="1352" r:id="rId16"/>
    <p:sldId id="1353" r:id="rId17"/>
    <p:sldId id="268" r:id="rId18"/>
    <p:sldId id="1354" r:id="rId19"/>
    <p:sldId id="1367" r:id="rId20"/>
    <p:sldId id="1368" r:id="rId21"/>
    <p:sldId id="1357" r:id="rId22"/>
    <p:sldId id="1363" r:id="rId23"/>
    <p:sldId id="1364" r:id="rId24"/>
    <p:sldId id="1365" r:id="rId25"/>
    <p:sldId id="1372" r:id="rId26"/>
    <p:sldId id="1366" r:id="rId27"/>
    <p:sldId id="1369" r:id="rId28"/>
    <p:sldId id="1370" r:id="rId29"/>
    <p:sldId id="281" r:id="rId30"/>
    <p:sldId id="282" r:id="rId31"/>
    <p:sldId id="283" r:id="rId32"/>
    <p:sldId id="284" r:id="rId33"/>
    <p:sldId id="285" r:id="rId34"/>
    <p:sldId id="286" r:id="rId35"/>
    <p:sldId id="1379" r:id="rId36"/>
    <p:sldId id="287" r:id="rId37"/>
    <p:sldId id="288" r:id="rId38"/>
    <p:sldId id="289" r:id="rId39"/>
    <p:sldId id="290" r:id="rId40"/>
    <p:sldId id="291" r:id="rId41"/>
    <p:sldId id="1373" r:id="rId42"/>
    <p:sldId id="1377" r:id="rId43"/>
    <p:sldId id="1371" r:id="rId44"/>
    <p:sldId id="134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CA4914-FEE7-47AE-AD9B-6C5049C176F3}">
          <p14:sldIdLst>
            <p14:sldId id="355"/>
            <p14:sldId id="1262"/>
          </p14:sldIdLst>
        </p14:section>
        <p14:section name="Phát biểu bài toán" id="{5F7BB3B2-C104-4785-AF1D-FD9B7C7BAE04}">
          <p14:sldIdLst>
            <p14:sldId id="1378"/>
            <p14:sldId id="1347"/>
            <p14:sldId id="1348"/>
          </p14:sldIdLst>
        </p14:section>
        <p14:section name="Kiến thức nền tảng" id="{5AA48FFB-2D01-4961-AF4D-EB27AB765273}">
          <p14:sldIdLst>
            <p14:sldId id="1375"/>
            <p14:sldId id="1350"/>
            <p14:sldId id="1351"/>
          </p14:sldIdLst>
        </p14:section>
        <p14:section name="Thực nghiệm" id="{82E2A91E-8BA4-491C-BC95-D91415F6DC0B}">
          <p14:sldIdLst>
            <p14:sldId id="1376"/>
            <p14:sldId id="1349"/>
            <p14:sldId id="1352"/>
          </p14:sldIdLst>
        </p14:section>
        <p14:section name="CNN" id="{D1644889-D3F8-4144-930E-F792E8BA8159}">
          <p14:sldIdLst>
            <p14:sldId id="1353"/>
            <p14:sldId id="268"/>
            <p14:sldId id="1354"/>
            <p14:sldId id="1367"/>
            <p14:sldId id="1368"/>
          </p14:sldIdLst>
        </p14:section>
        <p14:section name="DensetNet - 169" id="{C67A77F6-7482-40DC-A6D5-E54A92B84676}">
          <p14:sldIdLst>
            <p14:sldId id="1357"/>
            <p14:sldId id="1363"/>
            <p14:sldId id="1364"/>
            <p14:sldId id="1365"/>
            <p14:sldId id="1372"/>
            <p14:sldId id="1366"/>
          </p14:sldIdLst>
        </p14:section>
        <p14:section name="DenseNet121" id="{14C05DB8-728B-4E26-9A21-0110A337CF19}">
          <p14:sldIdLst>
            <p14:sldId id="1369"/>
            <p14:sldId id="1370"/>
          </p14:sldIdLst>
        </p14:section>
        <p14:section name="ResNet" id="{DDF9B63F-ADF1-455E-8E65-1EAC86EB940C}">
          <p14:sldIdLst>
            <p14:sldId id="281"/>
            <p14:sldId id="282"/>
            <p14:sldId id="283"/>
            <p14:sldId id="284"/>
            <p14:sldId id="285"/>
            <p14:sldId id="286"/>
            <p14:sldId id="1379"/>
          </p14:sldIdLst>
        </p14:section>
        <p14:section name="Vision Transformer" id="{B8FB878C-F75F-4C02-B265-7BFBCD3A904F}">
          <p14:sldIdLst>
            <p14:sldId id="287"/>
            <p14:sldId id="288"/>
            <p14:sldId id="289"/>
            <p14:sldId id="290"/>
            <p14:sldId id="291"/>
            <p14:sldId id="1373"/>
          </p14:sldIdLst>
        </p14:section>
        <p14:section name="Tổng kết" id="{6A8D17F6-27A6-4BC4-A196-0DAA66691CCC}">
          <p14:sldIdLst>
            <p14:sldId id="1377"/>
            <p14:sldId id="1371"/>
            <p14:sldId id="1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EFC61D-C495-D305-4D84-62D3F6BB7267}" name="Nhan Nguyen Duc Thanh" initials="NN" userId="S::NhanNDT@fpts.com.vn::51fbf404-35a5-4ae2-b805-36f4882c2072" providerId="AD"/>
  <p188:author id="{E4F6FE5A-0662-1CA9-B03C-76D529F94C4F}" name="Thanh Trinh" initials="TT" userId="0b82ccb6f5e4b088" providerId="Windows Live"/>
  <p188:author id="{60DF5A7D-4024-D5A7-C38D-ABFEA6E21EDE}" name="Nguyen Ngo Ba" initials="NB" userId="S::nguyennb@fpts.com.vn::c4f13896-4ac1-473b-b33a-5c3b08f9a645" providerId="AD"/>
  <p188:author id="{35975D7E-4401-5EAB-7FB6-4D8AB60F1825}" name="Nguyen Ngo Ba" initials="" userId="S::NguyenNB@fpts.com.vn::c4f13896-4ac1-473b-b33a-5c3b08f9a645" providerId="AD"/>
  <p188:author id="{BB435283-1ECD-C07B-D5C1-448A43CC9DA8}" name="Nam Dau Duc" initials="ND" userId="S::NamDD@fpts.com.vn::2b6e4d2a-c907-460a-b819-2c17c1b0e2c6" providerId="AD"/>
  <p188:author id="{6F4254A6-CBCB-7A35-6CAD-C943A4FD250B}" name="Chi Nguyen Thi Kim" initials="CN" userId="S::ChiNTK@fpts.com.vn::d76d8d35-6d18-4c67-aa33-5d2074c6640c" providerId="AD"/>
  <p188:author id="{5FBDA1D7-C681-8384-FB38-11FAA4F7C4ED}" name="Duc Nguyen Ngoc" initials="DN" userId="S::DucNN2@fpts.com.vn::1ef4b99b-b769-493e-ba0f-e5a3a6c9e87e" providerId="AD"/>
  <p188:author id="{633376EB-2AD3-CDFD-F6B5-516EB35C7390}" name="Thanh Trinh Duc" initials="TT" userId="S::ThanhTD@fpts.com.vn::2cc0a1be-ba08-46ce-8cf7-2e5f790a5654" providerId="AD"/>
  <p188:author id="{6C49F3FD-2E99-3DA1-1AEC-2EC46F86E8CB}" name="Vy Pham Thi Thao" initials="VP" userId="S::VyPTT@fpts.com.vn::81b4f5b7-66e6-4525-aa73-2e1942c302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325A"/>
    <a:srgbClr val="BFBFBF"/>
    <a:srgbClr val="D9D9D9"/>
    <a:srgbClr val="A6A6A6"/>
    <a:srgbClr val="7F7F7F"/>
    <a:srgbClr val="8CC850"/>
    <a:srgbClr val="F3F3F3"/>
    <a:srgbClr val="FFFAF8"/>
    <a:srgbClr val="8CB4D2"/>
    <a:srgbClr val="5078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C14311-6A47-4920-A6C8-79C25BF50997}" v="2048" dt="2025-11-14T16:03:55.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51" y="5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 Nguyen Ngoc" userId="1ef4b99b-b769-493e-ba0f-e5a3a6c9e87e" providerId="ADAL" clId="{B7607DFD-E900-4C95-BC07-270047441A7A}"/>
    <pc:docChg chg="undo redo custSel addSld delSld modSld sldOrd modMainMaster addSection delSection modSection">
      <pc:chgData name="Duc Nguyen Ngoc" userId="1ef4b99b-b769-493e-ba0f-e5a3a6c9e87e" providerId="ADAL" clId="{B7607DFD-E900-4C95-BC07-270047441A7A}" dt="2025-11-14T16:04:29.295" v="11355" actId="20577"/>
      <pc:docMkLst>
        <pc:docMk/>
      </pc:docMkLst>
      <pc:sldChg chg="modSp add mod">
        <pc:chgData name="Duc Nguyen Ngoc" userId="1ef4b99b-b769-493e-ba0f-e5a3a6c9e87e" providerId="ADAL" clId="{B7607DFD-E900-4C95-BC07-270047441A7A}" dt="2025-11-14T14:33:02.030" v="10977" actId="5793"/>
        <pc:sldMkLst>
          <pc:docMk/>
          <pc:sldMk cId="0" sldId="268"/>
        </pc:sldMkLst>
        <pc:spChg chg="mod">
          <ac:chgData name="Duc Nguyen Ngoc" userId="1ef4b99b-b769-493e-ba0f-e5a3a6c9e87e" providerId="ADAL" clId="{B7607DFD-E900-4C95-BC07-270047441A7A}" dt="2025-11-14T14:33:02.030" v="10977" actId="5793"/>
          <ac:spMkLst>
            <pc:docMk/>
            <pc:sldMk cId="0" sldId="268"/>
            <ac:spMk id="401" creationId="{9933D79F-8443-4F26-8E9D-7D09DFFC0B7D}"/>
          </ac:spMkLst>
        </pc:spChg>
      </pc:sldChg>
      <pc:sldChg chg="modSp add mod chgLayout">
        <pc:chgData name="Duc Nguyen Ngoc" userId="1ef4b99b-b769-493e-ba0f-e5a3a6c9e87e" providerId="ADAL" clId="{B7607DFD-E900-4C95-BC07-270047441A7A}" dt="2025-11-14T14:41:46.703" v="10980" actId="700"/>
        <pc:sldMkLst>
          <pc:docMk/>
          <pc:sldMk cId="0" sldId="281"/>
        </pc:sldMkLst>
        <pc:spChg chg="mod ord">
          <ac:chgData name="Duc Nguyen Ngoc" userId="1ef4b99b-b769-493e-ba0f-e5a3a6c9e87e" providerId="ADAL" clId="{B7607DFD-E900-4C95-BC07-270047441A7A}" dt="2025-11-14T14:41:46.703" v="10980" actId="700"/>
          <ac:spMkLst>
            <pc:docMk/>
            <pc:sldMk cId="0" sldId="281"/>
            <ac:spMk id="449" creationId="{D27C6FF7-FD86-E2A0-06CB-FC964A1B9C14}"/>
          </ac:spMkLst>
        </pc:spChg>
        <pc:spChg chg="mod ord">
          <ac:chgData name="Duc Nguyen Ngoc" userId="1ef4b99b-b769-493e-ba0f-e5a3a6c9e87e" providerId="ADAL" clId="{B7607DFD-E900-4C95-BC07-270047441A7A}" dt="2025-11-14T14:41:46.703" v="10980" actId="700"/>
          <ac:spMkLst>
            <pc:docMk/>
            <pc:sldMk cId="0" sldId="281"/>
            <ac:spMk id="450" creationId="{FA7F552F-6DD9-3D83-6E41-BD0C325E79ED}"/>
          </ac:spMkLst>
        </pc:spChg>
      </pc:sldChg>
      <pc:sldChg chg="modSp add mod chgLayout">
        <pc:chgData name="Duc Nguyen Ngoc" userId="1ef4b99b-b769-493e-ba0f-e5a3a6c9e87e" providerId="ADAL" clId="{B7607DFD-E900-4C95-BC07-270047441A7A}" dt="2025-11-14T14:41:46.703" v="10980" actId="700"/>
        <pc:sldMkLst>
          <pc:docMk/>
          <pc:sldMk cId="0" sldId="282"/>
        </pc:sldMkLst>
        <pc:spChg chg="mod ord">
          <ac:chgData name="Duc Nguyen Ngoc" userId="1ef4b99b-b769-493e-ba0f-e5a3a6c9e87e" providerId="ADAL" clId="{B7607DFD-E900-4C95-BC07-270047441A7A}" dt="2025-11-14T14:41:46.703" v="10980" actId="700"/>
          <ac:spMkLst>
            <pc:docMk/>
            <pc:sldMk cId="0" sldId="282"/>
            <ac:spMk id="454" creationId="{3F9E2155-7EDC-4572-36C9-8CB111A776A7}"/>
          </ac:spMkLst>
        </pc:spChg>
        <pc:spChg chg="mod ord">
          <ac:chgData name="Duc Nguyen Ngoc" userId="1ef4b99b-b769-493e-ba0f-e5a3a6c9e87e" providerId="ADAL" clId="{B7607DFD-E900-4C95-BC07-270047441A7A}" dt="2025-11-14T14:41:46.703" v="10980" actId="700"/>
          <ac:spMkLst>
            <pc:docMk/>
            <pc:sldMk cId="0" sldId="282"/>
            <ac:spMk id="47106" creationId="{F302B982-0A3B-3BE7-393E-F142E210E02E}"/>
          </ac:spMkLst>
        </pc:spChg>
      </pc:sldChg>
      <pc:sldChg chg="modSp add mod chgLayout">
        <pc:chgData name="Duc Nguyen Ngoc" userId="1ef4b99b-b769-493e-ba0f-e5a3a6c9e87e" providerId="ADAL" clId="{B7607DFD-E900-4C95-BC07-270047441A7A}" dt="2025-11-14T14:41:46.703" v="10980" actId="700"/>
        <pc:sldMkLst>
          <pc:docMk/>
          <pc:sldMk cId="0" sldId="283"/>
        </pc:sldMkLst>
        <pc:spChg chg="mod ord">
          <ac:chgData name="Duc Nguyen Ngoc" userId="1ef4b99b-b769-493e-ba0f-e5a3a6c9e87e" providerId="ADAL" clId="{B7607DFD-E900-4C95-BC07-270047441A7A}" dt="2025-11-14T14:41:46.703" v="10980" actId="700"/>
          <ac:spMkLst>
            <pc:docMk/>
            <pc:sldMk cId="0" sldId="283"/>
            <ac:spMk id="459" creationId="{4C39BDC4-0898-F91B-0D26-DEF23E3EB84F}"/>
          </ac:spMkLst>
        </pc:spChg>
        <pc:spChg chg="mod ord">
          <ac:chgData name="Duc Nguyen Ngoc" userId="1ef4b99b-b769-493e-ba0f-e5a3a6c9e87e" providerId="ADAL" clId="{B7607DFD-E900-4C95-BC07-270047441A7A}" dt="2025-11-14T14:41:46.703" v="10980" actId="700"/>
          <ac:spMkLst>
            <pc:docMk/>
            <pc:sldMk cId="0" sldId="283"/>
            <ac:spMk id="48130" creationId="{7A527EDC-EFEB-85D2-142D-7FF84BC8CC69}"/>
          </ac:spMkLst>
        </pc:spChg>
      </pc:sldChg>
      <pc:sldChg chg="modSp add mod chgLayout">
        <pc:chgData name="Duc Nguyen Ngoc" userId="1ef4b99b-b769-493e-ba0f-e5a3a6c9e87e" providerId="ADAL" clId="{B7607DFD-E900-4C95-BC07-270047441A7A}" dt="2025-11-14T14:47:13.688" v="11108" actId="1076"/>
        <pc:sldMkLst>
          <pc:docMk/>
          <pc:sldMk cId="0" sldId="284"/>
        </pc:sldMkLst>
        <pc:spChg chg="mod ord">
          <ac:chgData name="Duc Nguyen Ngoc" userId="1ef4b99b-b769-493e-ba0f-e5a3a6c9e87e" providerId="ADAL" clId="{B7607DFD-E900-4C95-BC07-270047441A7A}" dt="2025-11-14T14:41:46.703" v="10980" actId="700"/>
          <ac:spMkLst>
            <pc:docMk/>
            <pc:sldMk cId="0" sldId="284"/>
            <ac:spMk id="463" creationId="{6FCDADAA-7B5F-BCCC-55E4-E8A7BFACEE10}"/>
          </ac:spMkLst>
        </pc:spChg>
        <pc:spChg chg="mod ord">
          <ac:chgData name="Duc Nguyen Ngoc" userId="1ef4b99b-b769-493e-ba0f-e5a3a6c9e87e" providerId="ADAL" clId="{B7607DFD-E900-4C95-BC07-270047441A7A}" dt="2025-11-14T14:41:46.703" v="10980" actId="700"/>
          <ac:spMkLst>
            <pc:docMk/>
            <pc:sldMk cId="0" sldId="284"/>
            <ac:spMk id="49154" creationId="{C61FEC0C-B2DF-F178-0B55-2018D798DC0A}"/>
          </ac:spMkLst>
        </pc:spChg>
        <pc:picChg chg="mod">
          <ac:chgData name="Duc Nguyen Ngoc" userId="1ef4b99b-b769-493e-ba0f-e5a3a6c9e87e" providerId="ADAL" clId="{B7607DFD-E900-4C95-BC07-270047441A7A}" dt="2025-11-14T14:47:13.688" v="11108" actId="1076"/>
          <ac:picMkLst>
            <pc:docMk/>
            <pc:sldMk cId="0" sldId="284"/>
            <ac:picMk id="49156" creationId="{B0278CCF-9CDD-04BD-71CE-5D4E4CCBD0C1}"/>
          </ac:picMkLst>
        </pc:picChg>
      </pc:sldChg>
      <pc:sldChg chg="modSp add mod chgLayout">
        <pc:chgData name="Duc Nguyen Ngoc" userId="1ef4b99b-b769-493e-ba0f-e5a3a6c9e87e" providerId="ADAL" clId="{B7607DFD-E900-4C95-BC07-270047441A7A}" dt="2025-11-14T14:41:46.703" v="10980" actId="700"/>
        <pc:sldMkLst>
          <pc:docMk/>
          <pc:sldMk cId="0" sldId="285"/>
        </pc:sldMkLst>
        <pc:spChg chg="mod ord">
          <ac:chgData name="Duc Nguyen Ngoc" userId="1ef4b99b-b769-493e-ba0f-e5a3a6c9e87e" providerId="ADAL" clId="{B7607DFD-E900-4C95-BC07-270047441A7A}" dt="2025-11-14T14:41:46.703" v="10980" actId="700"/>
          <ac:spMkLst>
            <pc:docMk/>
            <pc:sldMk cId="0" sldId="285"/>
            <ac:spMk id="467" creationId="{7364E0C7-B2A3-1FC5-6EC0-E085FCB1A255}"/>
          </ac:spMkLst>
        </pc:spChg>
        <pc:spChg chg="mod ord">
          <ac:chgData name="Duc Nguyen Ngoc" userId="1ef4b99b-b769-493e-ba0f-e5a3a6c9e87e" providerId="ADAL" clId="{B7607DFD-E900-4C95-BC07-270047441A7A}" dt="2025-11-14T14:41:46.703" v="10980" actId="700"/>
          <ac:spMkLst>
            <pc:docMk/>
            <pc:sldMk cId="0" sldId="285"/>
            <ac:spMk id="50178" creationId="{31D86990-9139-DFE5-9A0B-8DA7281A9B3C}"/>
          </ac:spMkLst>
        </pc:spChg>
      </pc:sldChg>
      <pc:sldChg chg="modSp add mod chgLayout">
        <pc:chgData name="Duc Nguyen Ngoc" userId="1ef4b99b-b769-493e-ba0f-e5a3a6c9e87e" providerId="ADAL" clId="{B7607DFD-E900-4C95-BC07-270047441A7A}" dt="2025-11-14T14:47:18.234" v="11109" actId="14100"/>
        <pc:sldMkLst>
          <pc:docMk/>
          <pc:sldMk cId="0" sldId="286"/>
        </pc:sldMkLst>
        <pc:spChg chg="mod ord">
          <ac:chgData name="Duc Nguyen Ngoc" userId="1ef4b99b-b769-493e-ba0f-e5a3a6c9e87e" providerId="ADAL" clId="{B7607DFD-E900-4C95-BC07-270047441A7A}" dt="2025-11-14T14:41:46.703" v="10980" actId="700"/>
          <ac:spMkLst>
            <pc:docMk/>
            <pc:sldMk cId="0" sldId="286"/>
            <ac:spMk id="471" creationId="{D1B38CA4-F4A8-FA7D-C060-DEE582825BC6}"/>
          </ac:spMkLst>
        </pc:spChg>
        <pc:spChg chg="mod ord">
          <ac:chgData name="Duc Nguyen Ngoc" userId="1ef4b99b-b769-493e-ba0f-e5a3a6c9e87e" providerId="ADAL" clId="{B7607DFD-E900-4C95-BC07-270047441A7A}" dt="2025-11-14T14:41:46.703" v="10980" actId="700"/>
          <ac:spMkLst>
            <pc:docMk/>
            <pc:sldMk cId="0" sldId="286"/>
            <ac:spMk id="51202" creationId="{736BF127-76A7-764F-9F10-A1A6171C5993}"/>
          </ac:spMkLst>
        </pc:spChg>
        <pc:picChg chg="mod">
          <ac:chgData name="Duc Nguyen Ngoc" userId="1ef4b99b-b769-493e-ba0f-e5a3a6c9e87e" providerId="ADAL" clId="{B7607DFD-E900-4C95-BC07-270047441A7A}" dt="2025-11-14T14:47:18.234" v="11109" actId="14100"/>
          <ac:picMkLst>
            <pc:docMk/>
            <pc:sldMk cId="0" sldId="286"/>
            <ac:picMk id="51204" creationId="{BEAC41D2-DEC3-8BD7-5831-55181E7EB757}"/>
          </ac:picMkLst>
        </pc:picChg>
      </pc:sldChg>
      <pc:sldChg chg="modSp add mod modTransition">
        <pc:chgData name="Duc Nguyen Ngoc" userId="1ef4b99b-b769-493e-ba0f-e5a3a6c9e87e" providerId="ADAL" clId="{B7607DFD-E900-4C95-BC07-270047441A7A}" dt="2025-11-14T14:50:38.633" v="11121" actId="113"/>
        <pc:sldMkLst>
          <pc:docMk/>
          <pc:sldMk cId="0" sldId="287"/>
        </pc:sldMkLst>
        <pc:spChg chg="mod">
          <ac:chgData name="Duc Nguyen Ngoc" userId="1ef4b99b-b769-493e-ba0f-e5a3a6c9e87e" providerId="ADAL" clId="{B7607DFD-E900-4C95-BC07-270047441A7A}" dt="2025-11-14T14:50:38.633" v="11121" actId="113"/>
          <ac:spMkLst>
            <pc:docMk/>
            <pc:sldMk cId="0" sldId="287"/>
            <ac:spMk id="417" creationId="{00000000-0000-0000-0000-000000000000}"/>
          </ac:spMkLst>
        </pc:spChg>
      </pc:sldChg>
      <pc:sldChg chg="modSp add mod modTransition">
        <pc:chgData name="Duc Nguyen Ngoc" userId="1ef4b99b-b769-493e-ba0f-e5a3a6c9e87e" providerId="ADAL" clId="{B7607DFD-E900-4C95-BC07-270047441A7A}" dt="2025-11-14T14:50:49.715" v="11126" actId="113"/>
        <pc:sldMkLst>
          <pc:docMk/>
          <pc:sldMk cId="0" sldId="288"/>
        </pc:sldMkLst>
        <pc:spChg chg="mod">
          <ac:chgData name="Duc Nguyen Ngoc" userId="1ef4b99b-b769-493e-ba0f-e5a3a6c9e87e" providerId="ADAL" clId="{B7607DFD-E900-4C95-BC07-270047441A7A}" dt="2025-11-14T14:50:49.715" v="11126" actId="113"/>
          <ac:spMkLst>
            <pc:docMk/>
            <pc:sldMk cId="0" sldId="288"/>
            <ac:spMk id="423" creationId="{00000000-0000-0000-0000-000000000000}"/>
          </ac:spMkLst>
        </pc:spChg>
      </pc:sldChg>
      <pc:sldChg chg="modSp add mod modTransition">
        <pc:chgData name="Duc Nguyen Ngoc" userId="1ef4b99b-b769-493e-ba0f-e5a3a6c9e87e" providerId="ADAL" clId="{B7607DFD-E900-4C95-BC07-270047441A7A}" dt="2025-11-14T14:46:37.014" v="11100" actId="1076"/>
        <pc:sldMkLst>
          <pc:docMk/>
          <pc:sldMk cId="0" sldId="289"/>
        </pc:sldMkLst>
        <pc:spChg chg="mod">
          <ac:chgData name="Duc Nguyen Ngoc" userId="1ef4b99b-b769-493e-ba0f-e5a3a6c9e87e" providerId="ADAL" clId="{B7607DFD-E900-4C95-BC07-270047441A7A}" dt="2025-11-14T14:46:32.179" v="11099" actId="403"/>
          <ac:spMkLst>
            <pc:docMk/>
            <pc:sldMk cId="0" sldId="289"/>
            <ac:spMk id="429" creationId="{00000000-0000-0000-0000-000000000000}"/>
          </ac:spMkLst>
        </pc:spChg>
        <pc:picChg chg="mod">
          <ac:chgData name="Duc Nguyen Ngoc" userId="1ef4b99b-b769-493e-ba0f-e5a3a6c9e87e" providerId="ADAL" clId="{B7607DFD-E900-4C95-BC07-270047441A7A}" dt="2025-11-14T14:46:37.014" v="11100" actId="1076"/>
          <ac:picMkLst>
            <pc:docMk/>
            <pc:sldMk cId="0" sldId="289"/>
            <ac:picMk id="431" creationId="{00000000-0000-0000-0000-000000000000}"/>
          </ac:picMkLst>
        </pc:picChg>
      </pc:sldChg>
      <pc:sldChg chg="addSp delSp modSp add mod modTransition">
        <pc:chgData name="Duc Nguyen Ngoc" userId="1ef4b99b-b769-493e-ba0f-e5a3a6c9e87e" providerId="ADAL" clId="{B7607DFD-E900-4C95-BC07-270047441A7A}" dt="2025-11-14T14:49:28.338" v="11116" actId="2085"/>
        <pc:sldMkLst>
          <pc:docMk/>
          <pc:sldMk cId="0" sldId="290"/>
        </pc:sldMkLst>
        <pc:spChg chg="add mod">
          <ac:chgData name="Duc Nguyen Ngoc" userId="1ef4b99b-b769-493e-ba0f-e5a3a6c9e87e" providerId="ADAL" clId="{B7607DFD-E900-4C95-BC07-270047441A7A}" dt="2025-11-14T14:49:28.338" v="11116" actId="2085"/>
          <ac:spMkLst>
            <pc:docMk/>
            <pc:sldMk cId="0" sldId="290"/>
            <ac:spMk id="2" creationId="{10A2A878-50D8-2D71-BBB8-F74B0232100E}"/>
          </ac:spMkLst>
        </pc:spChg>
        <pc:spChg chg="mod">
          <ac:chgData name="Duc Nguyen Ngoc" userId="1ef4b99b-b769-493e-ba0f-e5a3a6c9e87e" providerId="ADAL" clId="{B7607DFD-E900-4C95-BC07-270047441A7A}" dt="2025-11-14T14:46:46.618" v="11104" actId="403"/>
          <ac:spMkLst>
            <pc:docMk/>
            <pc:sldMk cId="0" sldId="290"/>
            <ac:spMk id="436" creationId="{00000000-0000-0000-0000-000000000000}"/>
          </ac:spMkLst>
        </pc:spChg>
        <pc:picChg chg="add del">
          <ac:chgData name="Duc Nguyen Ngoc" userId="1ef4b99b-b769-493e-ba0f-e5a3a6c9e87e" providerId="ADAL" clId="{B7607DFD-E900-4C95-BC07-270047441A7A}" dt="2025-11-14T14:47:03.924" v="11106" actId="478"/>
          <ac:picMkLst>
            <pc:docMk/>
            <pc:sldMk cId="0" sldId="290"/>
            <ac:picMk id="438" creationId="{00000000-0000-0000-0000-000000000000}"/>
          </ac:picMkLst>
        </pc:picChg>
      </pc:sldChg>
      <pc:sldChg chg="add modTransition">
        <pc:chgData name="Duc Nguyen Ngoc" userId="1ef4b99b-b769-493e-ba0f-e5a3a6c9e87e" providerId="ADAL" clId="{B7607DFD-E900-4C95-BC07-270047441A7A}" dt="2025-11-14T14:43:16.286" v="10982"/>
        <pc:sldMkLst>
          <pc:docMk/>
          <pc:sldMk cId="0" sldId="291"/>
        </pc:sldMkLst>
      </pc:sldChg>
      <pc:sldChg chg="add del modTransition">
        <pc:chgData name="Duc Nguyen Ngoc" userId="1ef4b99b-b769-493e-ba0f-e5a3a6c9e87e" providerId="ADAL" clId="{B7607DFD-E900-4C95-BC07-270047441A7A}" dt="2025-11-14T14:59:26.670" v="11129" actId="47"/>
        <pc:sldMkLst>
          <pc:docMk/>
          <pc:sldMk cId="0" sldId="292"/>
        </pc:sldMkLst>
      </pc:sldChg>
      <pc:sldChg chg="modSp mod">
        <pc:chgData name="Duc Nguyen Ngoc" userId="1ef4b99b-b769-493e-ba0f-e5a3a6c9e87e" providerId="ADAL" clId="{B7607DFD-E900-4C95-BC07-270047441A7A}" dt="2025-11-14T15:10:26.732" v="11249" actId="20577"/>
        <pc:sldMkLst>
          <pc:docMk/>
          <pc:sldMk cId="1981054599" sldId="355"/>
        </pc:sldMkLst>
        <pc:spChg chg="mod">
          <ac:chgData name="Duc Nguyen Ngoc" userId="1ef4b99b-b769-493e-ba0f-e5a3a6c9e87e" providerId="ADAL" clId="{B7607DFD-E900-4C95-BC07-270047441A7A}" dt="2025-11-14T15:09:39.632" v="11171" actId="20577"/>
          <ac:spMkLst>
            <pc:docMk/>
            <pc:sldMk cId="1981054599" sldId="355"/>
            <ac:spMk id="2" creationId="{3C770E29-168F-3159-2435-0BAC985500F0}"/>
          </ac:spMkLst>
        </pc:spChg>
        <pc:spChg chg="mod">
          <ac:chgData name="Duc Nguyen Ngoc" userId="1ef4b99b-b769-493e-ba0f-e5a3a6c9e87e" providerId="ADAL" clId="{B7607DFD-E900-4C95-BC07-270047441A7A}" dt="2025-11-14T15:10:26.732" v="11249" actId="20577"/>
          <ac:spMkLst>
            <pc:docMk/>
            <pc:sldMk cId="1981054599" sldId="355"/>
            <ac:spMk id="10" creationId="{493694D8-8CF5-4FE1-B692-77DAC5112306}"/>
          </ac:spMkLst>
        </pc:spChg>
        <pc:spChg chg="mod">
          <ac:chgData name="Duc Nguyen Ngoc" userId="1ef4b99b-b769-493e-ba0f-e5a3a6c9e87e" providerId="ADAL" clId="{B7607DFD-E900-4C95-BC07-270047441A7A}" dt="2025-11-14T15:10:10.152" v="11234" actId="120"/>
          <ac:spMkLst>
            <pc:docMk/>
            <pc:sldMk cId="1981054599" sldId="355"/>
            <ac:spMk id="11" creationId="{ADF0DB56-26DE-4005-902B-2E68ACC2F5A6}"/>
          </ac:spMkLst>
        </pc:spChg>
      </pc:sldChg>
      <pc:sldChg chg="addSp delSp modSp mod modShow">
        <pc:chgData name="Duc Nguyen Ngoc" userId="1ef4b99b-b769-493e-ba0f-e5a3a6c9e87e" providerId="ADAL" clId="{B7607DFD-E900-4C95-BC07-270047441A7A}" dt="2025-11-04T15:52:10.122" v="10895" actId="571"/>
        <pc:sldMkLst>
          <pc:docMk/>
          <pc:sldMk cId="1499799786" sldId="1262"/>
        </pc:sldMkLst>
        <pc:spChg chg="mod">
          <ac:chgData name="Duc Nguyen Ngoc" userId="1ef4b99b-b769-493e-ba0f-e5a3a6c9e87e" providerId="ADAL" clId="{B7607DFD-E900-4C95-BC07-270047441A7A}" dt="2025-11-04T15:50:40.735" v="10759" actId="20577"/>
          <ac:spMkLst>
            <pc:docMk/>
            <pc:sldMk cId="1499799786" sldId="1262"/>
            <ac:spMk id="8" creationId="{6194EF62-8588-9AE7-EDFC-85046EF94146}"/>
          </ac:spMkLst>
        </pc:spChg>
        <pc:spChg chg="mod">
          <ac:chgData name="Duc Nguyen Ngoc" userId="1ef4b99b-b769-493e-ba0f-e5a3a6c9e87e" providerId="ADAL" clId="{B7607DFD-E900-4C95-BC07-270047441A7A}" dt="2025-11-04T15:51:16.034" v="10872"/>
          <ac:spMkLst>
            <pc:docMk/>
            <pc:sldMk cId="1499799786" sldId="1262"/>
            <ac:spMk id="17" creationId="{6CDA30A3-065D-0E58-8D18-1AC6E02435EC}"/>
          </ac:spMkLst>
        </pc:spChg>
        <pc:spChg chg="mod">
          <ac:chgData name="Duc Nguyen Ngoc" userId="1ef4b99b-b769-493e-ba0f-e5a3a6c9e87e" providerId="ADAL" clId="{B7607DFD-E900-4C95-BC07-270047441A7A}" dt="2025-11-04T15:51:18.493" v="10873"/>
          <ac:spMkLst>
            <pc:docMk/>
            <pc:sldMk cId="1499799786" sldId="1262"/>
            <ac:spMk id="20" creationId="{47C6795A-84C9-C6EA-CF4B-7A27DD4927C5}"/>
          </ac:spMkLst>
        </pc:spChg>
        <pc:spChg chg="mod">
          <ac:chgData name="Duc Nguyen Ngoc" userId="1ef4b99b-b769-493e-ba0f-e5a3a6c9e87e" providerId="ADAL" clId="{B7607DFD-E900-4C95-BC07-270047441A7A}" dt="2025-11-04T15:51:22.051" v="10875"/>
          <ac:spMkLst>
            <pc:docMk/>
            <pc:sldMk cId="1499799786" sldId="1262"/>
            <ac:spMk id="23" creationId="{E51E24A4-1A8E-24DB-DCB4-1670B01A7C99}"/>
          </ac:spMkLst>
        </pc:spChg>
        <pc:spChg chg="mod">
          <ac:chgData name="Duc Nguyen Ngoc" userId="1ef4b99b-b769-493e-ba0f-e5a3a6c9e87e" providerId="ADAL" clId="{B7607DFD-E900-4C95-BC07-270047441A7A}" dt="2025-11-04T15:51:22.051" v="10875"/>
          <ac:spMkLst>
            <pc:docMk/>
            <pc:sldMk cId="1499799786" sldId="1262"/>
            <ac:spMk id="24" creationId="{3CA11DFF-9FCE-864C-05C4-B648F6E9B2D3}"/>
          </ac:spMkLst>
        </pc:spChg>
        <pc:grpChg chg="mod">
          <ac:chgData name="Duc Nguyen Ngoc" userId="1ef4b99b-b769-493e-ba0f-e5a3a6c9e87e" providerId="ADAL" clId="{B7607DFD-E900-4C95-BC07-270047441A7A}" dt="2025-11-04T15:50:43.032" v="10761" actId="1076"/>
          <ac:grpSpMkLst>
            <pc:docMk/>
            <pc:sldMk cId="1499799786" sldId="1262"/>
            <ac:grpSpMk id="14" creationId="{7166CF4F-4CF3-9C0A-683E-01DC7297F7B4}"/>
          </ac:grpSpMkLst>
        </pc:grpChg>
        <pc:grpChg chg="mod">
          <ac:chgData name="Duc Nguyen Ngoc" userId="1ef4b99b-b769-493e-ba0f-e5a3a6c9e87e" providerId="ADAL" clId="{B7607DFD-E900-4C95-BC07-270047441A7A}" dt="2025-11-04T15:51:22.051" v="10875"/>
          <ac:grpSpMkLst>
            <pc:docMk/>
            <pc:sldMk cId="1499799786" sldId="1262"/>
            <ac:grpSpMk id="22" creationId="{A9242354-6CEF-5858-0CC8-8CE96A9CE8DA}"/>
          </ac:grpSpMkLst>
        </pc:grpChg>
      </pc:sldChg>
      <pc:sldChg chg="modSp">
        <pc:chgData name="Duc Nguyen Ngoc" userId="1ef4b99b-b769-493e-ba0f-e5a3a6c9e87e" providerId="ADAL" clId="{B7607DFD-E900-4C95-BC07-270047441A7A}" dt="2025-11-04T15:51:12.711" v="10871"/>
        <pc:sldMkLst>
          <pc:docMk/>
          <pc:sldMk cId="3335958266" sldId="1348"/>
        </pc:sldMkLst>
        <pc:spChg chg="mod">
          <ac:chgData name="Duc Nguyen Ngoc" userId="1ef4b99b-b769-493e-ba0f-e5a3a6c9e87e" providerId="ADAL" clId="{B7607DFD-E900-4C95-BC07-270047441A7A}" dt="2025-11-04T15:51:12.711" v="10871"/>
          <ac:spMkLst>
            <pc:docMk/>
            <pc:sldMk cId="3335958266" sldId="1348"/>
            <ac:spMk id="3" creationId="{E9EE00DE-1EE3-41C6-C1EB-F650EA773CA3}"/>
          </ac:spMkLst>
        </pc:spChg>
      </pc:sldChg>
      <pc:sldChg chg="modSp new mod">
        <pc:chgData name="Duc Nguyen Ngoc" userId="1ef4b99b-b769-493e-ba0f-e5a3a6c9e87e" providerId="ADAL" clId="{B7607DFD-E900-4C95-BC07-270047441A7A}" dt="2025-11-04T15:40:37.013" v="9465" actId="20577"/>
        <pc:sldMkLst>
          <pc:docMk/>
          <pc:sldMk cId="4235459513" sldId="1352"/>
        </pc:sldMkLst>
        <pc:spChg chg="mod">
          <ac:chgData name="Duc Nguyen Ngoc" userId="1ef4b99b-b769-493e-ba0f-e5a3a6c9e87e" providerId="ADAL" clId="{B7607DFD-E900-4C95-BC07-270047441A7A}" dt="2025-11-04T15:40:37.013" v="9465" actId="20577"/>
          <ac:spMkLst>
            <pc:docMk/>
            <pc:sldMk cId="4235459513" sldId="1352"/>
            <ac:spMk id="2" creationId="{09FC84EE-E677-6051-4711-E9532502CAD1}"/>
          </ac:spMkLst>
        </pc:spChg>
      </pc:sldChg>
      <pc:sldChg chg="delSp modSp add mod">
        <pc:chgData name="Duc Nguyen Ngoc" userId="1ef4b99b-b769-493e-ba0f-e5a3a6c9e87e" providerId="ADAL" clId="{B7607DFD-E900-4C95-BC07-270047441A7A}" dt="2025-11-04T13:06:13.401" v="3199" actId="20577"/>
        <pc:sldMkLst>
          <pc:docMk/>
          <pc:sldMk cId="2281861956" sldId="1354"/>
        </pc:sldMkLst>
        <pc:spChg chg="mod">
          <ac:chgData name="Duc Nguyen Ngoc" userId="1ef4b99b-b769-493e-ba0f-e5a3a6c9e87e" providerId="ADAL" clId="{B7607DFD-E900-4C95-BC07-270047441A7A}" dt="2025-11-04T13:06:13.401" v="3199" actId="20577"/>
          <ac:spMkLst>
            <pc:docMk/>
            <pc:sldMk cId="2281861956" sldId="1354"/>
            <ac:spMk id="2" creationId="{E8AB4070-A05A-402D-3892-163676B3A125}"/>
          </ac:spMkLst>
        </pc:spChg>
      </pc:sldChg>
      <pc:sldChg chg="addSp delSp modSp add mod ord">
        <pc:chgData name="Duc Nguyen Ngoc" userId="1ef4b99b-b769-493e-ba0f-e5a3a6c9e87e" providerId="ADAL" clId="{B7607DFD-E900-4C95-BC07-270047441A7A}" dt="2025-11-04T15:39:52.928" v="9447"/>
        <pc:sldMkLst>
          <pc:docMk/>
          <pc:sldMk cId="3146810871" sldId="1357"/>
        </pc:sldMkLst>
        <pc:spChg chg="mod">
          <ac:chgData name="Duc Nguyen Ngoc" userId="1ef4b99b-b769-493e-ba0f-e5a3a6c9e87e" providerId="ADAL" clId="{B7607DFD-E900-4C95-BC07-270047441A7A}" dt="2025-11-04T13:47:17.523" v="4822" actId="20577"/>
          <ac:spMkLst>
            <pc:docMk/>
            <pc:sldMk cId="3146810871" sldId="1357"/>
            <ac:spMk id="2" creationId="{E4E76898-1F88-D683-9BA4-03AE8DEA31CB}"/>
          </ac:spMkLst>
        </pc:spChg>
        <pc:picChg chg="add mod ord">
          <ac:chgData name="Duc Nguyen Ngoc" userId="1ef4b99b-b769-493e-ba0f-e5a3a6c9e87e" providerId="ADAL" clId="{B7607DFD-E900-4C95-BC07-270047441A7A}" dt="2025-11-04T14:36:07.599" v="7589" actId="1076"/>
          <ac:picMkLst>
            <pc:docMk/>
            <pc:sldMk cId="3146810871" sldId="1357"/>
            <ac:picMk id="6" creationId="{5EC90067-E02F-64F4-F0D6-2DF7C7A16C1F}"/>
          </ac:picMkLst>
        </pc:picChg>
      </pc:sldChg>
      <pc:sldChg chg="modSp add del mod">
        <pc:chgData name="Duc Nguyen Ngoc" userId="1ef4b99b-b769-493e-ba0f-e5a3a6c9e87e" providerId="ADAL" clId="{B7607DFD-E900-4C95-BC07-270047441A7A}" dt="2025-11-14T14:41:50.029" v="10981" actId="47"/>
        <pc:sldMkLst>
          <pc:docMk/>
          <pc:sldMk cId="3996436692" sldId="1358"/>
        </pc:sldMkLst>
      </pc:sldChg>
      <pc:sldChg chg="modSp add del mod">
        <pc:chgData name="Duc Nguyen Ngoc" userId="1ef4b99b-b769-493e-ba0f-e5a3a6c9e87e" providerId="ADAL" clId="{B7607DFD-E900-4C95-BC07-270047441A7A}" dt="2025-11-14T14:43:20.686" v="10983" actId="47"/>
        <pc:sldMkLst>
          <pc:docMk/>
          <pc:sldMk cId="2301780843" sldId="1360"/>
        </pc:sldMkLst>
      </pc:sldChg>
      <pc:sldChg chg="modSp add del mod">
        <pc:chgData name="Duc Nguyen Ngoc" userId="1ef4b99b-b769-493e-ba0f-e5a3a6c9e87e" providerId="ADAL" clId="{B7607DFD-E900-4C95-BC07-270047441A7A}" dt="2025-11-14T15:31:40.035" v="11253" actId="47"/>
        <pc:sldMkLst>
          <pc:docMk/>
          <pc:sldMk cId="2200117649" sldId="1361"/>
        </pc:sldMkLst>
      </pc:sldChg>
      <pc:sldChg chg="modSp add mod ord">
        <pc:chgData name="Duc Nguyen Ngoc" userId="1ef4b99b-b769-493e-ba0f-e5a3a6c9e87e" providerId="ADAL" clId="{B7607DFD-E900-4C95-BC07-270047441A7A}" dt="2025-11-04T15:39:47.638" v="9443"/>
        <pc:sldMkLst>
          <pc:docMk/>
          <pc:sldMk cId="3680972822" sldId="1363"/>
        </pc:sldMkLst>
        <pc:spChg chg="mod">
          <ac:chgData name="Duc Nguyen Ngoc" userId="1ef4b99b-b769-493e-ba0f-e5a3a6c9e87e" providerId="ADAL" clId="{B7607DFD-E900-4C95-BC07-270047441A7A}" dt="2025-11-04T14:01:46.481" v="6055" actId="14100"/>
          <ac:spMkLst>
            <pc:docMk/>
            <pc:sldMk cId="3680972822" sldId="1363"/>
            <ac:spMk id="2" creationId="{BA19FCF9-6BBF-23E6-1598-F1E766A3CA10}"/>
          </ac:spMkLst>
        </pc:spChg>
        <pc:picChg chg="mod">
          <ac:chgData name="Duc Nguyen Ngoc" userId="1ef4b99b-b769-493e-ba0f-e5a3a6c9e87e" providerId="ADAL" clId="{B7607DFD-E900-4C95-BC07-270047441A7A}" dt="2025-11-04T14:01:48.796" v="6056" actId="1076"/>
          <ac:picMkLst>
            <pc:docMk/>
            <pc:sldMk cId="3680972822" sldId="1363"/>
            <ac:picMk id="5" creationId="{A5CB35B9-D4DB-E621-0639-7D91FAF2FAA1}"/>
          </ac:picMkLst>
        </pc:picChg>
      </pc:sldChg>
      <pc:sldChg chg="addSp delSp modSp add mod ord">
        <pc:chgData name="Duc Nguyen Ngoc" userId="1ef4b99b-b769-493e-ba0f-e5a3a6c9e87e" providerId="ADAL" clId="{B7607DFD-E900-4C95-BC07-270047441A7A}" dt="2025-11-04T15:40:02.747" v="9449" actId="1076"/>
        <pc:sldMkLst>
          <pc:docMk/>
          <pc:sldMk cId="1743110449" sldId="1364"/>
        </pc:sldMkLst>
        <pc:spChg chg="mod">
          <ac:chgData name="Duc Nguyen Ngoc" userId="1ef4b99b-b769-493e-ba0f-e5a3a6c9e87e" providerId="ADAL" clId="{B7607DFD-E900-4C95-BC07-270047441A7A}" dt="2025-11-04T15:40:00.786" v="9448" actId="20577"/>
          <ac:spMkLst>
            <pc:docMk/>
            <pc:sldMk cId="1743110449" sldId="1364"/>
            <ac:spMk id="2" creationId="{C54AD912-5F9B-D2E3-D9FA-F2748E3A072E}"/>
          </ac:spMkLst>
        </pc:spChg>
        <pc:picChg chg="add mod">
          <ac:chgData name="Duc Nguyen Ngoc" userId="1ef4b99b-b769-493e-ba0f-e5a3a6c9e87e" providerId="ADAL" clId="{B7607DFD-E900-4C95-BC07-270047441A7A}" dt="2025-11-04T15:40:02.747" v="9449" actId="1076"/>
          <ac:picMkLst>
            <pc:docMk/>
            <pc:sldMk cId="1743110449" sldId="1364"/>
            <ac:picMk id="4" creationId="{6D2DFA5F-DD27-D203-8507-CB9062CE0ADD}"/>
          </ac:picMkLst>
        </pc:picChg>
      </pc:sldChg>
      <pc:sldChg chg="addSp delSp modSp add mod">
        <pc:chgData name="Duc Nguyen Ngoc" userId="1ef4b99b-b769-493e-ba0f-e5a3a6c9e87e" providerId="ADAL" clId="{B7607DFD-E900-4C95-BC07-270047441A7A}" dt="2025-11-14T15:11:17.890" v="11252" actId="114"/>
        <pc:sldMkLst>
          <pc:docMk/>
          <pc:sldMk cId="2045577935" sldId="1365"/>
        </pc:sldMkLst>
        <pc:spChg chg="mod">
          <ac:chgData name="Duc Nguyen Ngoc" userId="1ef4b99b-b769-493e-ba0f-e5a3a6c9e87e" providerId="ADAL" clId="{B7607DFD-E900-4C95-BC07-270047441A7A}" dt="2025-11-04T15:20:58.026" v="8308" actId="20577"/>
          <ac:spMkLst>
            <pc:docMk/>
            <pc:sldMk cId="2045577935" sldId="1365"/>
            <ac:spMk id="2" creationId="{4FDA6B8C-5847-33C0-44F4-9D9D8D32B3A9}"/>
          </ac:spMkLst>
        </pc:spChg>
        <pc:graphicFrameChg chg="add mod modGraphic">
          <ac:chgData name="Duc Nguyen Ngoc" userId="1ef4b99b-b769-493e-ba0f-e5a3a6c9e87e" providerId="ADAL" clId="{B7607DFD-E900-4C95-BC07-270047441A7A}" dt="2025-11-14T15:11:17.890" v="11252" actId="114"/>
          <ac:graphicFrameMkLst>
            <pc:docMk/>
            <pc:sldMk cId="2045577935" sldId="1365"/>
            <ac:graphicFrameMk id="4" creationId="{8B31CEA3-9276-6120-A9F1-4E05E818D443}"/>
          </ac:graphicFrameMkLst>
        </pc:graphicFrameChg>
      </pc:sldChg>
      <pc:sldChg chg="addSp modSp add mod ord">
        <pc:chgData name="Duc Nguyen Ngoc" userId="1ef4b99b-b769-493e-ba0f-e5a3a6c9e87e" providerId="ADAL" clId="{B7607DFD-E900-4C95-BC07-270047441A7A}" dt="2025-11-04T15:31:17.238" v="8557" actId="113"/>
        <pc:sldMkLst>
          <pc:docMk/>
          <pc:sldMk cId="3609775468" sldId="1366"/>
        </pc:sldMkLst>
        <pc:spChg chg="mod">
          <ac:chgData name="Duc Nguyen Ngoc" userId="1ef4b99b-b769-493e-ba0f-e5a3a6c9e87e" providerId="ADAL" clId="{B7607DFD-E900-4C95-BC07-270047441A7A}" dt="2025-11-04T15:31:17.238" v="8557" actId="113"/>
          <ac:spMkLst>
            <pc:docMk/>
            <pc:sldMk cId="3609775468" sldId="1366"/>
            <ac:spMk id="2" creationId="{85632304-9284-8EF5-3E8A-9C4A70022BAB}"/>
          </ac:spMkLst>
        </pc:spChg>
        <pc:picChg chg="add mod">
          <ac:chgData name="Duc Nguyen Ngoc" userId="1ef4b99b-b769-493e-ba0f-e5a3a6c9e87e" providerId="ADAL" clId="{B7607DFD-E900-4C95-BC07-270047441A7A}" dt="2025-11-04T15:29:04.207" v="8506" actId="1076"/>
          <ac:picMkLst>
            <pc:docMk/>
            <pc:sldMk cId="3609775468" sldId="1366"/>
            <ac:picMk id="5" creationId="{035E1B26-8E9F-6B21-BDD4-E660C32A7B5B}"/>
          </ac:picMkLst>
        </pc:picChg>
      </pc:sldChg>
      <pc:sldChg chg="modSp add mod">
        <pc:chgData name="Duc Nguyen Ngoc" userId="1ef4b99b-b769-493e-ba0f-e5a3a6c9e87e" providerId="ADAL" clId="{B7607DFD-E900-4C95-BC07-270047441A7A}" dt="2025-11-04T14:40:58.079" v="7936" actId="20577"/>
        <pc:sldMkLst>
          <pc:docMk/>
          <pc:sldMk cId="355245639" sldId="1367"/>
        </pc:sldMkLst>
        <pc:spChg chg="mod">
          <ac:chgData name="Duc Nguyen Ngoc" userId="1ef4b99b-b769-493e-ba0f-e5a3a6c9e87e" providerId="ADAL" clId="{B7607DFD-E900-4C95-BC07-270047441A7A}" dt="2025-11-04T14:40:58.079" v="7936" actId="20577"/>
          <ac:spMkLst>
            <pc:docMk/>
            <pc:sldMk cId="355245639" sldId="1367"/>
            <ac:spMk id="2" creationId="{B0BDBCDF-128F-F6E2-3BA8-2D2FF093A38D}"/>
          </ac:spMkLst>
        </pc:spChg>
      </pc:sldChg>
      <pc:sldChg chg="addSp modSp add mod">
        <pc:chgData name="Duc Nguyen Ngoc" userId="1ef4b99b-b769-493e-ba0f-e5a3a6c9e87e" providerId="ADAL" clId="{B7607DFD-E900-4C95-BC07-270047441A7A}" dt="2025-11-04T15:30:39.337" v="8540" actId="20577"/>
        <pc:sldMkLst>
          <pc:docMk/>
          <pc:sldMk cId="526014750" sldId="1368"/>
        </pc:sldMkLst>
        <pc:spChg chg="mod">
          <ac:chgData name="Duc Nguyen Ngoc" userId="1ef4b99b-b769-493e-ba0f-e5a3a6c9e87e" providerId="ADAL" clId="{B7607DFD-E900-4C95-BC07-270047441A7A}" dt="2025-11-04T15:30:39.337" v="8540" actId="20577"/>
          <ac:spMkLst>
            <pc:docMk/>
            <pc:sldMk cId="526014750" sldId="1368"/>
            <ac:spMk id="2" creationId="{130B4AA1-9300-9362-12F2-2DBDC523E2FF}"/>
          </ac:spMkLst>
        </pc:spChg>
        <pc:picChg chg="add mod">
          <ac:chgData name="Duc Nguyen Ngoc" userId="1ef4b99b-b769-493e-ba0f-e5a3a6c9e87e" providerId="ADAL" clId="{B7607DFD-E900-4C95-BC07-270047441A7A}" dt="2025-11-04T15:17:04.088" v="8211" actId="1076"/>
          <ac:picMkLst>
            <pc:docMk/>
            <pc:sldMk cId="526014750" sldId="1368"/>
            <ac:picMk id="5" creationId="{108C97FF-F8E5-B408-F618-35EA1D41CEF1}"/>
          </ac:picMkLst>
        </pc:picChg>
      </pc:sldChg>
      <pc:sldChg chg="modSp add mod ord modCm">
        <pc:chgData name="Duc Nguyen Ngoc" userId="1ef4b99b-b769-493e-ba0f-e5a3a6c9e87e" providerId="ADAL" clId="{B7607DFD-E900-4C95-BC07-270047441A7A}" dt="2025-11-14T15:04:58.919" v="11133" actId="20577"/>
        <pc:sldMkLst>
          <pc:docMk/>
          <pc:sldMk cId="753773355" sldId="1369"/>
        </pc:sldMkLst>
        <pc:spChg chg="mod">
          <ac:chgData name="Duc Nguyen Ngoc" userId="1ef4b99b-b769-493e-ba0f-e5a3a6c9e87e" providerId="ADAL" clId="{B7607DFD-E900-4C95-BC07-270047441A7A}" dt="2025-11-14T15:04:58.919" v="11133" actId="20577"/>
          <ac:spMkLst>
            <pc:docMk/>
            <pc:sldMk cId="753773355" sldId="1369"/>
            <ac:spMk id="2" creationId="{BA1779DA-7A17-161E-6A97-D6CAF3ECD08C}"/>
          </ac:spMkLst>
        </pc:spChg>
        <pc:graphicFrameChg chg="mod">
          <ac:chgData name="Duc Nguyen Ngoc" userId="1ef4b99b-b769-493e-ba0f-e5a3a6c9e87e" providerId="ADAL" clId="{B7607DFD-E900-4C95-BC07-270047441A7A}" dt="2025-11-04T15:20:16.310" v="8289" actId="20577"/>
          <ac:graphicFrameMkLst>
            <pc:docMk/>
            <pc:sldMk cId="753773355" sldId="1369"/>
            <ac:graphicFrameMk id="4" creationId="{135FDA79-3CF3-A79A-7E03-AB4F8C76DFE0}"/>
          </ac:graphicFrameMkLst>
        </pc:graphicFrameChg>
        <pc:extLst>
          <p:ext xmlns:p="http://schemas.openxmlformats.org/presentationml/2006/main" uri="{D6D511B9-2390-475A-947B-AFAB55BFBCF1}">
            <pc226:cmChg xmlns:pc226="http://schemas.microsoft.com/office/powerpoint/2022/06/main/command" chg="mod">
              <pc226:chgData name="Duc Nguyen Ngoc" userId="1ef4b99b-b769-493e-ba0f-e5a3a6c9e87e" providerId="ADAL" clId="{B7607DFD-E900-4C95-BC07-270047441A7A}" dt="2025-11-04T15:21:01.846" v="8324" actId="20577"/>
              <pc2:cmMkLst xmlns:pc2="http://schemas.microsoft.com/office/powerpoint/2019/9/main/command">
                <pc:docMk/>
                <pc:sldMk cId="753773355" sldId="1369"/>
                <pc2:cmMk id="{C6E1FCD8-281E-4D4E-85E1-458B0D4CD21E}"/>
              </pc2:cmMkLst>
            </pc226:cmChg>
          </p:ext>
        </pc:extLst>
      </pc:sldChg>
      <pc:sldChg chg="addSp delSp modSp add del mod ord">
        <pc:chgData name="Duc Nguyen Ngoc" userId="1ef4b99b-b769-493e-ba0f-e5a3a6c9e87e" providerId="ADAL" clId="{B7607DFD-E900-4C95-BC07-270047441A7A}" dt="2025-11-04T15:43:37.729" v="9922" actId="2696"/>
        <pc:sldMkLst>
          <pc:docMk/>
          <pc:sldMk cId="1556101154" sldId="1370"/>
        </pc:sldMkLst>
        <pc:spChg chg="mod">
          <ac:chgData name="Duc Nguyen Ngoc" userId="1ef4b99b-b769-493e-ba0f-e5a3a6c9e87e" providerId="ADAL" clId="{B7607DFD-E900-4C95-BC07-270047441A7A}" dt="2025-11-04T15:32:04.912" v="8578" actId="113"/>
          <ac:spMkLst>
            <pc:docMk/>
            <pc:sldMk cId="1556101154" sldId="1370"/>
            <ac:spMk id="2" creationId="{FEA27E06-3B02-0195-C5A1-25D41360FEE0}"/>
          </ac:spMkLst>
        </pc:spChg>
        <pc:picChg chg="add mod">
          <ac:chgData name="Duc Nguyen Ngoc" userId="1ef4b99b-b769-493e-ba0f-e5a3a6c9e87e" providerId="ADAL" clId="{B7607DFD-E900-4C95-BC07-270047441A7A}" dt="2025-11-04T15:22:21.585" v="8339" actId="1076"/>
          <ac:picMkLst>
            <pc:docMk/>
            <pc:sldMk cId="1556101154" sldId="1370"/>
            <ac:picMk id="6" creationId="{CCC332AF-2316-BF08-5BB7-ABD6AD889325}"/>
          </ac:picMkLst>
        </pc:picChg>
      </pc:sldChg>
      <pc:sldChg chg="addSp delSp modSp new mod ord">
        <pc:chgData name="Duc Nguyen Ngoc" userId="1ef4b99b-b769-493e-ba0f-e5a3a6c9e87e" providerId="ADAL" clId="{B7607DFD-E900-4C95-BC07-270047441A7A}" dt="2025-11-14T16:04:29.295" v="11355" actId="20577"/>
        <pc:sldMkLst>
          <pc:docMk/>
          <pc:sldMk cId="227945201" sldId="1371"/>
        </pc:sldMkLst>
        <pc:spChg chg="mod">
          <ac:chgData name="Duc Nguyen Ngoc" userId="1ef4b99b-b769-493e-ba0f-e5a3a6c9e87e" providerId="ADAL" clId="{B7607DFD-E900-4C95-BC07-270047441A7A}" dt="2025-11-04T15:53:50.126" v="10938" actId="20577"/>
          <ac:spMkLst>
            <pc:docMk/>
            <pc:sldMk cId="227945201" sldId="1371"/>
            <ac:spMk id="3" creationId="{29F7E3D4-EBE5-2B6D-5A9E-D521D2A9C368}"/>
          </ac:spMkLst>
        </pc:spChg>
        <pc:spChg chg="add mod">
          <ac:chgData name="Duc Nguyen Ngoc" userId="1ef4b99b-b769-493e-ba0f-e5a3a6c9e87e" providerId="ADAL" clId="{B7607DFD-E900-4C95-BC07-270047441A7A}" dt="2025-11-04T15:47:04.243" v="10053" actId="14100"/>
          <ac:spMkLst>
            <pc:docMk/>
            <pc:sldMk cId="227945201" sldId="1371"/>
            <ac:spMk id="5" creationId="{E1839013-564F-972E-1D1B-FF1A360BFE31}"/>
          </ac:spMkLst>
        </pc:spChg>
        <pc:spChg chg="add mod">
          <ac:chgData name="Duc Nguyen Ngoc" userId="1ef4b99b-b769-493e-ba0f-e5a3a6c9e87e" providerId="ADAL" clId="{B7607DFD-E900-4C95-BC07-270047441A7A}" dt="2025-11-14T16:03:20.746" v="11289" actId="1076"/>
          <ac:spMkLst>
            <pc:docMk/>
            <pc:sldMk cId="227945201" sldId="1371"/>
            <ac:spMk id="6" creationId="{A2395EF6-FEAA-1362-EA33-7689133FFE28}"/>
          </ac:spMkLst>
        </pc:spChg>
        <pc:graphicFrameChg chg="add mod modGraphic">
          <ac:chgData name="Duc Nguyen Ngoc" userId="1ef4b99b-b769-493e-ba0f-e5a3a6c9e87e" providerId="ADAL" clId="{B7607DFD-E900-4C95-BC07-270047441A7A}" dt="2025-11-14T16:04:29.295" v="11355" actId="20577"/>
          <ac:graphicFrameMkLst>
            <pc:docMk/>
            <pc:sldMk cId="227945201" sldId="1371"/>
            <ac:graphicFrameMk id="4" creationId="{F9DF25D9-E3C8-72A2-45BA-59B3082C86F8}"/>
          </ac:graphicFrameMkLst>
        </pc:graphicFrameChg>
      </pc:sldChg>
      <pc:sldChg chg="addSp modSp add mod ord">
        <pc:chgData name="Duc Nguyen Ngoc" userId="1ef4b99b-b769-493e-ba0f-e5a3a6c9e87e" providerId="ADAL" clId="{B7607DFD-E900-4C95-BC07-270047441A7A}" dt="2025-11-04T15:43:21.287" v="9920"/>
        <pc:sldMkLst>
          <pc:docMk/>
          <pc:sldMk cId="928111874" sldId="1372"/>
        </pc:sldMkLst>
        <pc:spChg chg="mod">
          <ac:chgData name="Duc Nguyen Ngoc" userId="1ef4b99b-b769-493e-ba0f-e5a3a6c9e87e" providerId="ADAL" clId="{B7607DFD-E900-4C95-BC07-270047441A7A}" dt="2025-11-04T15:43:21.287" v="9920"/>
          <ac:spMkLst>
            <pc:docMk/>
            <pc:sldMk cId="928111874" sldId="1372"/>
            <ac:spMk id="2" creationId="{E5999800-0027-DF4F-467A-5E682C6FBEA4}"/>
          </ac:spMkLst>
        </pc:spChg>
        <pc:picChg chg="add mod">
          <ac:chgData name="Duc Nguyen Ngoc" userId="1ef4b99b-b769-493e-ba0f-e5a3a6c9e87e" providerId="ADAL" clId="{B7607DFD-E900-4C95-BC07-270047441A7A}" dt="2025-11-04T15:42:21.957" v="9870" actId="1076"/>
          <ac:picMkLst>
            <pc:docMk/>
            <pc:sldMk cId="928111874" sldId="1372"/>
            <ac:picMk id="5" creationId="{2217403B-A929-C4E1-20F8-223DB61739ED}"/>
          </ac:picMkLst>
        </pc:picChg>
      </pc:sldChg>
      <pc:sldChg chg="addSp delSp modSp add mod ord">
        <pc:chgData name="Duc Nguyen Ngoc" userId="1ef4b99b-b769-493e-ba0f-e5a3a6c9e87e" providerId="ADAL" clId="{B7607DFD-E900-4C95-BC07-270047441A7A}" dt="2025-11-14T14:59:20.288" v="11128"/>
        <pc:sldMkLst>
          <pc:docMk/>
          <pc:sldMk cId="3371495409" sldId="1373"/>
        </pc:sldMkLst>
        <pc:spChg chg="mod">
          <ac:chgData name="Duc Nguyen Ngoc" userId="1ef4b99b-b769-493e-ba0f-e5a3a6c9e87e" providerId="ADAL" clId="{B7607DFD-E900-4C95-BC07-270047441A7A}" dt="2025-11-04T15:46:18.617" v="9949" actId="20577"/>
          <ac:spMkLst>
            <pc:docMk/>
            <pc:sldMk cId="3371495409" sldId="1373"/>
            <ac:spMk id="2" creationId="{07DC4110-7EC2-6BBF-0AFD-58BDE3017660}"/>
          </ac:spMkLst>
        </pc:spChg>
        <pc:picChg chg="add mod">
          <ac:chgData name="Duc Nguyen Ngoc" userId="1ef4b99b-b769-493e-ba0f-e5a3a6c9e87e" providerId="ADAL" clId="{B7607DFD-E900-4C95-BC07-270047441A7A}" dt="2025-11-04T15:45:06.834" v="9931" actId="1076"/>
          <ac:picMkLst>
            <pc:docMk/>
            <pc:sldMk cId="3371495409" sldId="1373"/>
            <ac:picMk id="5" creationId="{DD7AE877-9D0B-A3D8-9545-BA7B72658432}"/>
          </ac:picMkLst>
        </pc:picChg>
      </pc:sldChg>
      <pc:sldChg chg="delSp modSp add del mod ord">
        <pc:chgData name="Duc Nguyen Ngoc" userId="1ef4b99b-b769-493e-ba0f-e5a3a6c9e87e" providerId="ADAL" clId="{B7607DFD-E900-4C95-BC07-270047441A7A}" dt="2025-11-14T15:04:53.939" v="11132" actId="47"/>
        <pc:sldMkLst>
          <pc:docMk/>
          <pc:sldMk cId="2269692365" sldId="1374"/>
        </pc:sldMkLst>
      </pc:sldChg>
      <pc:sldChg chg="modSp add mod ord">
        <pc:chgData name="Duc Nguyen Ngoc" userId="1ef4b99b-b769-493e-ba0f-e5a3a6c9e87e" providerId="ADAL" clId="{B7607DFD-E900-4C95-BC07-270047441A7A}" dt="2025-11-04T15:52:02.058" v="10891" actId="207"/>
        <pc:sldMkLst>
          <pc:docMk/>
          <pc:sldMk cId="3212022023" sldId="1375"/>
        </pc:sldMkLst>
        <pc:spChg chg="mod">
          <ac:chgData name="Duc Nguyen Ngoc" userId="1ef4b99b-b769-493e-ba0f-e5a3a6c9e87e" providerId="ADAL" clId="{B7607DFD-E900-4C95-BC07-270047441A7A}" dt="2025-11-04T15:52:02.058" v="10891" actId="207"/>
          <ac:spMkLst>
            <pc:docMk/>
            <pc:sldMk cId="3212022023" sldId="1375"/>
            <ac:spMk id="7" creationId="{6C630B8C-93A6-41E9-EA9D-C94E3F2BB061}"/>
          </ac:spMkLst>
        </pc:spChg>
        <pc:spChg chg="mod">
          <ac:chgData name="Duc Nguyen Ngoc" userId="1ef4b99b-b769-493e-ba0f-e5a3a6c9e87e" providerId="ADAL" clId="{B7607DFD-E900-4C95-BC07-270047441A7A}" dt="2025-11-04T15:52:02.058" v="10891" actId="207"/>
          <ac:spMkLst>
            <pc:docMk/>
            <pc:sldMk cId="3212022023" sldId="1375"/>
            <ac:spMk id="8" creationId="{D84345BE-1859-D880-E883-3FA5457A26B5}"/>
          </ac:spMkLst>
        </pc:spChg>
        <pc:spChg chg="mod">
          <ac:chgData name="Duc Nguyen Ngoc" userId="1ef4b99b-b769-493e-ba0f-e5a3a6c9e87e" providerId="ADAL" clId="{B7607DFD-E900-4C95-BC07-270047441A7A}" dt="2025-11-04T15:51:59.560" v="10890" actId="207"/>
          <ac:spMkLst>
            <pc:docMk/>
            <pc:sldMk cId="3212022023" sldId="1375"/>
            <ac:spMk id="15" creationId="{2CCA59F6-32C5-3B77-87A2-12498F12A7A3}"/>
          </ac:spMkLst>
        </pc:spChg>
        <pc:spChg chg="mod">
          <ac:chgData name="Duc Nguyen Ngoc" userId="1ef4b99b-b769-493e-ba0f-e5a3a6c9e87e" providerId="ADAL" clId="{B7607DFD-E900-4C95-BC07-270047441A7A}" dt="2025-11-04T15:52:02.058" v="10891" actId="207"/>
          <ac:spMkLst>
            <pc:docMk/>
            <pc:sldMk cId="3212022023" sldId="1375"/>
            <ac:spMk id="16" creationId="{780E7C77-509E-437F-52C3-55EFFBC877B2}"/>
          </ac:spMkLst>
        </pc:spChg>
        <pc:spChg chg="mod">
          <ac:chgData name="Duc Nguyen Ngoc" userId="1ef4b99b-b769-493e-ba0f-e5a3a6c9e87e" providerId="ADAL" clId="{B7607DFD-E900-4C95-BC07-270047441A7A}" dt="2025-11-04T15:51:59.560" v="10890" actId="207"/>
          <ac:spMkLst>
            <pc:docMk/>
            <pc:sldMk cId="3212022023" sldId="1375"/>
            <ac:spMk id="17" creationId="{64706308-961C-E94B-3381-FE30B264B0B0}"/>
          </ac:spMkLst>
        </pc:spChg>
        <pc:spChg chg="mod">
          <ac:chgData name="Duc Nguyen Ngoc" userId="1ef4b99b-b769-493e-ba0f-e5a3a6c9e87e" providerId="ADAL" clId="{B7607DFD-E900-4C95-BC07-270047441A7A}" dt="2025-11-04T15:52:02.058" v="10891" actId="207"/>
          <ac:spMkLst>
            <pc:docMk/>
            <pc:sldMk cId="3212022023" sldId="1375"/>
            <ac:spMk id="20" creationId="{F8030C57-3A21-1D36-CF63-BBE7976793EA}"/>
          </ac:spMkLst>
        </pc:spChg>
        <pc:spChg chg="mod">
          <ac:chgData name="Duc Nguyen Ngoc" userId="1ef4b99b-b769-493e-ba0f-e5a3a6c9e87e" providerId="ADAL" clId="{B7607DFD-E900-4C95-BC07-270047441A7A}" dt="2025-11-04T15:52:02.058" v="10891" actId="207"/>
          <ac:spMkLst>
            <pc:docMk/>
            <pc:sldMk cId="3212022023" sldId="1375"/>
            <ac:spMk id="23" creationId="{70514018-7F55-B415-BB22-30B005F10C8F}"/>
          </ac:spMkLst>
        </pc:spChg>
        <pc:spChg chg="mod">
          <ac:chgData name="Duc Nguyen Ngoc" userId="1ef4b99b-b769-493e-ba0f-e5a3a6c9e87e" providerId="ADAL" clId="{B7607DFD-E900-4C95-BC07-270047441A7A}" dt="2025-11-04T15:52:02.058" v="10891" actId="207"/>
          <ac:spMkLst>
            <pc:docMk/>
            <pc:sldMk cId="3212022023" sldId="1375"/>
            <ac:spMk id="24" creationId="{9A36A9B4-2EF5-D9DA-A8D8-4EEF7E67C3D1}"/>
          </ac:spMkLst>
        </pc:spChg>
      </pc:sldChg>
      <pc:sldChg chg="modSp add mod ord">
        <pc:chgData name="Duc Nguyen Ngoc" userId="1ef4b99b-b769-493e-ba0f-e5a3a6c9e87e" providerId="ADAL" clId="{B7607DFD-E900-4C95-BC07-270047441A7A}" dt="2025-11-04T15:51:52.525" v="10888" actId="207"/>
        <pc:sldMkLst>
          <pc:docMk/>
          <pc:sldMk cId="968619602" sldId="1376"/>
        </pc:sldMkLst>
        <pc:spChg chg="mod">
          <ac:chgData name="Duc Nguyen Ngoc" userId="1ef4b99b-b769-493e-ba0f-e5a3a6c9e87e" providerId="ADAL" clId="{B7607DFD-E900-4C95-BC07-270047441A7A}" dt="2025-11-04T15:51:52.525" v="10888" actId="207"/>
          <ac:spMkLst>
            <pc:docMk/>
            <pc:sldMk cId="968619602" sldId="1376"/>
            <ac:spMk id="7" creationId="{6ED8CF8C-5C43-56D1-1486-2B000D34C27A}"/>
          </ac:spMkLst>
        </pc:spChg>
        <pc:spChg chg="mod">
          <ac:chgData name="Duc Nguyen Ngoc" userId="1ef4b99b-b769-493e-ba0f-e5a3a6c9e87e" providerId="ADAL" clId="{B7607DFD-E900-4C95-BC07-270047441A7A}" dt="2025-11-04T15:51:52.525" v="10888" actId="207"/>
          <ac:spMkLst>
            <pc:docMk/>
            <pc:sldMk cId="968619602" sldId="1376"/>
            <ac:spMk id="8" creationId="{84AC1319-9462-5549-6CEE-2F7C6C313FE7}"/>
          </ac:spMkLst>
        </pc:spChg>
        <pc:spChg chg="mod">
          <ac:chgData name="Duc Nguyen Ngoc" userId="1ef4b99b-b769-493e-ba0f-e5a3a6c9e87e" providerId="ADAL" clId="{B7607DFD-E900-4C95-BC07-270047441A7A}" dt="2025-11-04T15:51:52.525" v="10888" actId="207"/>
          <ac:spMkLst>
            <pc:docMk/>
            <pc:sldMk cId="968619602" sldId="1376"/>
            <ac:spMk id="15" creationId="{71E489C3-7F17-4C29-49DB-68202DC5771D}"/>
          </ac:spMkLst>
        </pc:spChg>
        <pc:spChg chg="mod">
          <ac:chgData name="Duc Nguyen Ngoc" userId="1ef4b99b-b769-493e-ba0f-e5a3a6c9e87e" providerId="ADAL" clId="{B7607DFD-E900-4C95-BC07-270047441A7A}" dt="2025-11-04T15:51:52.525" v="10888" actId="207"/>
          <ac:spMkLst>
            <pc:docMk/>
            <pc:sldMk cId="968619602" sldId="1376"/>
            <ac:spMk id="17" creationId="{FDC9C7F8-BADD-F274-B373-C2A557879412}"/>
          </ac:spMkLst>
        </pc:spChg>
        <pc:spChg chg="mod">
          <ac:chgData name="Duc Nguyen Ngoc" userId="1ef4b99b-b769-493e-ba0f-e5a3a6c9e87e" providerId="ADAL" clId="{B7607DFD-E900-4C95-BC07-270047441A7A}" dt="2025-11-04T15:51:52.525" v="10888" actId="207"/>
          <ac:spMkLst>
            <pc:docMk/>
            <pc:sldMk cId="968619602" sldId="1376"/>
            <ac:spMk id="23" creationId="{4C41DB98-C410-731C-AAD6-A9484693E573}"/>
          </ac:spMkLst>
        </pc:spChg>
        <pc:spChg chg="mod">
          <ac:chgData name="Duc Nguyen Ngoc" userId="1ef4b99b-b769-493e-ba0f-e5a3a6c9e87e" providerId="ADAL" clId="{B7607DFD-E900-4C95-BC07-270047441A7A}" dt="2025-11-04T15:51:52.525" v="10888" actId="207"/>
          <ac:spMkLst>
            <pc:docMk/>
            <pc:sldMk cId="968619602" sldId="1376"/>
            <ac:spMk id="24" creationId="{5206156D-C9AF-0420-50AE-D89F70488078}"/>
          </ac:spMkLst>
        </pc:spChg>
      </pc:sldChg>
      <pc:sldChg chg="modSp add mod ord">
        <pc:chgData name="Duc Nguyen Ngoc" userId="1ef4b99b-b769-493e-ba0f-e5a3a6c9e87e" providerId="ADAL" clId="{B7607DFD-E900-4C95-BC07-270047441A7A}" dt="2025-11-04T15:51:45.708" v="10887" actId="207"/>
        <pc:sldMkLst>
          <pc:docMk/>
          <pc:sldMk cId="1367400055" sldId="1377"/>
        </pc:sldMkLst>
        <pc:spChg chg="mod">
          <ac:chgData name="Duc Nguyen Ngoc" userId="1ef4b99b-b769-493e-ba0f-e5a3a6c9e87e" providerId="ADAL" clId="{B7607DFD-E900-4C95-BC07-270047441A7A}" dt="2025-11-04T15:51:45.708" v="10887" actId="207"/>
          <ac:spMkLst>
            <pc:docMk/>
            <pc:sldMk cId="1367400055" sldId="1377"/>
            <ac:spMk id="7" creationId="{957DFF57-6002-F929-7A1B-8AEBCC90DCA6}"/>
          </ac:spMkLst>
        </pc:spChg>
        <pc:spChg chg="mod">
          <ac:chgData name="Duc Nguyen Ngoc" userId="1ef4b99b-b769-493e-ba0f-e5a3a6c9e87e" providerId="ADAL" clId="{B7607DFD-E900-4C95-BC07-270047441A7A}" dt="2025-11-04T15:51:45.708" v="10887" actId="207"/>
          <ac:spMkLst>
            <pc:docMk/>
            <pc:sldMk cId="1367400055" sldId="1377"/>
            <ac:spMk id="8" creationId="{4333675B-635A-50E9-CDF0-033A092259C7}"/>
          </ac:spMkLst>
        </pc:spChg>
        <pc:spChg chg="mod">
          <ac:chgData name="Duc Nguyen Ngoc" userId="1ef4b99b-b769-493e-ba0f-e5a3a6c9e87e" providerId="ADAL" clId="{B7607DFD-E900-4C95-BC07-270047441A7A}" dt="2025-11-04T15:51:45.708" v="10887" actId="207"/>
          <ac:spMkLst>
            <pc:docMk/>
            <pc:sldMk cId="1367400055" sldId="1377"/>
            <ac:spMk id="15" creationId="{2E6A0B88-080D-20C7-D66C-98AC6253C2EB}"/>
          </ac:spMkLst>
        </pc:spChg>
        <pc:spChg chg="mod">
          <ac:chgData name="Duc Nguyen Ngoc" userId="1ef4b99b-b769-493e-ba0f-e5a3a6c9e87e" providerId="ADAL" clId="{B7607DFD-E900-4C95-BC07-270047441A7A}" dt="2025-11-04T15:51:45.708" v="10887" actId="207"/>
          <ac:spMkLst>
            <pc:docMk/>
            <pc:sldMk cId="1367400055" sldId="1377"/>
            <ac:spMk id="16" creationId="{13BC4575-FC9A-24A2-F76F-60506049FED2}"/>
          </ac:spMkLst>
        </pc:spChg>
        <pc:spChg chg="mod">
          <ac:chgData name="Duc Nguyen Ngoc" userId="1ef4b99b-b769-493e-ba0f-e5a3a6c9e87e" providerId="ADAL" clId="{B7607DFD-E900-4C95-BC07-270047441A7A}" dt="2025-11-04T15:51:45.708" v="10887" actId="207"/>
          <ac:spMkLst>
            <pc:docMk/>
            <pc:sldMk cId="1367400055" sldId="1377"/>
            <ac:spMk id="17" creationId="{AAB99139-A466-C9C9-C771-7AF5E86B658B}"/>
          </ac:spMkLst>
        </pc:spChg>
        <pc:spChg chg="mod">
          <ac:chgData name="Duc Nguyen Ngoc" userId="1ef4b99b-b769-493e-ba0f-e5a3a6c9e87e" providerId="ADAL" clId="{B7607DFD-E900-4C95-BC07-270047441A7A}" dt="2025-11-04T15:51:45.708" v="10887" actId="207"/>
          <ac:spMkLst>
            <pc:docMk/>
            <pc:sldMk cId="1367400055" sldId="1377"/>
            <ac:spMk id="20" creationId="{F8AAAB7F-A22D-BAF1-227B-AC1193D34CA1}"/>
          </ac:spMkLst>
        </pc:spChg>
      </pc:sldChg>
      <pc:sldChg chg="modSp add mod">
        <pc:chgData name="Duc Nguyen Ngoc" userId="1ef4b99b-b769-493e-ba0f-e5a3a6c9e87e" providerId="ADAL" clId="{B7607DFD-E900-4C95-BC07-270047441A7A}" dt="2025-11-04T15:52:14.837" v="10897" actId="207"/>
        <pc:sldMkLst>
          <pc:docMk/>
          <pc:sldMk cId="42303357" sldId="1378"/>
        </pc:sldMkLst>
        <pc:spChg chg="mod">
          <ac:chgData name="Duc Nguyen Ngoc" userId="1ef4b99b-b769-493e-ba0f-e5a3a6c9e87e" providerId="ADAL" clId="{B7607DFD-E900-4C95-BC07-270047441A7A}" dt="2025-11-04T15:52:14.837" v="10897" actId="207"/>
          <ac:spMkLst>
            <pc:docMk/>
            <pc:sldMk cId="42303357" sldId="1378"/>
            <ac:spMk id="15" creationId="{F8C90F8C-765C-718D-2D55-909C0724535F}"/>
          </ac:spMkLst>
        </pc:spChg>
        <pc:spChg chg="mod">
          <ac:chgData name="Duc Nguyen Ngoc" userId="1ef4b99b-b769-493e-ba0f-e5a3a6c9e87e" providerId="ADAL" clId="{B7607DFD-E900-4C95-BC07-270047441A7A}" dt="2025-11-04T15:52:14.837" v="10897" actId="207"/>
          <ac:spMkLst>
            <pc:docMk/>
            <pc:sldMk cId="42303357" sldId="1378"/>
            <ac:spMk id="16" creationId="{50A8FBB6-8BBF-4CC1-248D-1DF205D4FCAD}"/>
          </ac:spMkLst>
        </pc:spChg>
        <pc:spChg chg="mod">
          <ac:chgData name="Duc Nguyen Ngoc" userId="1ef4b99b-b769-493e-ba0f-e5a3a6c9e87e" providerId="ADAL" clId="{B7607DFD-E900-4C95-BC07-270047441A7A}" dt="2025-11-04T15:52:14.837" v="10897" actId="207"/>
          <ac:spMkLst>
            <pc:docMk/>
            <pc:sldMk cId="42303357" sldId="1378"/>
            <ac:spMk id="17" creationId="{CFE3CE8D-B378-A05C-9ADC-3EA9D3E22A77}"/>
          </ac:spMkLst>
        </pc:spChg>
        <pc:spChg chg="mod">
          <ac:chgData name="Duc Nguyen Ngoc" userId="1ef4b99b-b769-493e-ba0f-e5a3a6c9e87e" providerId="ADAL" clId="{B7607DFD-E900-4C95-BC07-270047441A7A}" dt="2025-11-04T15:52:14.837" v="10897" actId="207"/>
          <ac:spMkLst>
            <pc:docMk/>
            <pc:sldMk cId="42303357" sldId="1378"/>
            <ac:spMk id="20" creationId="{B0040153-AFD1-A0C6-5FEA-D5B9AC36D0CB}"/>
          </ac:spMkLst>
        </pc:spChg>
        <pc:spChg chg="mod">
          <ac:chgData name="Duc Nguyen Ngoc" userId="1ef4b99b-b769-493e-ba0f-e5a3a6c9e87e" providerId="ADAL" clId="{B7607DFD-E900-4C95-BC07-270047441A7A}" dt="2025-11-04T15:52:14.837" v="10897" actId="207"/>
          <ac:spMkLst>
            <pc:docMk/>
            <pc:sldMk cId="42303357" sldId="1378"/>
            <ac:spMk id="23" creationId="{2150D874-3BC4-9B5E-2C4E-79D934CFDDFD}"/>
          </ac:spMkLst>
        </pc:spChg>
        <pc:spChg chg="mod">
          <ac:chgData name="Duc Nguyen Ngoc" userId="1ef4b99b-b769-493e-ba0f-e5a3a6c9e87e" providerId="ADAL" clId="{B7607DFD-E900-4C95-BC07-270047441A7A}" dt="2025-11-04T15:52:14.837" v="10897" actId="207"/>
          <ac:spMkLst>
            <pc:docMk/>
            <pc:sldMk cId="42303357" sldId="1378"/>
            <ac:spMk id="24" creationId="{1B2AFA40-756E-5085-E762-8E82E23FC438}"/>
          </ac:spMkLst>
        </pc:spChg>
      </pc:sldChg>
      <pc:sldChg chg="addSp delSp modSp add mod">
        <pc:chgData name="Duc Nguyen Ngoc" userId="1ef4b99b-b769-493e-ba0f-e5a3a6c9e87e" providerId="ADAL" clId="{B7607DFD-E900-4C95-BC07-270047441A7A}" dt="2025-11-14T16:03:13.712" v="11287" actId="20577"/>
        <pc:sldMkLst>
          <pc:docMk/>
          <pc:sldMk cId="4082220691" sldId="1379"/>
        </pc:sldMkLst>
        <pc:spChg chg="mod">
          <ac:chgData name="Duc Nguyen Ngoc" userId="1ef4b99b-b769-493e-ba0f-e5a3a6c9e87e" providerId="ADAL" clId="{B7607DFD-E900-4C95-BC07-270047441A7A}" dt="2025-11-14T16:03:13.712" v="11287" actId="20577"/>
          <ac:spMkLst>
            <pc:docMk/>
            <pc:sldMk cId="4082220691" sldId="1379"/>
            <ac:spMk id="51202" creationId="{5B9EE093-6698-9A64-041A-FD4D38B928F1}"/>
          </ac:spMkLst>
        </pc:spChg>
        <pc:picChg chg="add mod">
          <ac:chgData name="Duc Nguyen Ngoc" userId="1ef4b99b-b769-493e-ba0f-e5a3a6c9e87e" providerId="ADAL" clId="{B7607DFD-E900-4C95-BC07-270047441A7A}" dt="2025-11-14T15:57:29.160" v="11263" actId="1076"/>
          <ac:picMkLst>
            <pc:docMk/>
            <pc:sldMk cId="4082220691" sldId="1379"/>
            <ac:picMk id="3" creationId="{A89D7621-90E9-BB57-F10C-85C6DCFF811A}"/>
          </ac:picMkLst>
        </pc:picChg>
        <pc:picChg chg="del">
          <ac:chgData name="Duc Nguyen Ngoc" userId="1ef4b99b-b769-493e-ba0f-e5a3a6c9e87e" providerId="ADAL" clId="{B7607DFD-E900-4C95-BC07-270047441A7A}" dt="2025-11-14T15:56:57.378" v="11255" actId="478"/>
          <ac:picMkLst>
            <pc:docMk/>
            <pc:sldMk cId="4082220691" sldId="1379"/>
            <ac:picMk id="51204" creationId="{3375196A-0BE7-B597-AC22-C4122B7AE722}"/>
          </ac:picMkLst>
        </pc:picChg>
      </pc:sldChg>
      <pc:sldMasterChg chg="delSp mod">
        <pc:chgData name="Duc Nguyen Ngoc" userId="1ef4b99b-b769-493e-ba0f-e5a3a6c9e87e" providerId="ADAL" clId="{B7607DFD-E900-4C95-BC07-270047441A7A}" dt="2025-11-14T14:32:30.119" v="10944" actId="478"/>
        <pc:sldMasterMkLst>
          <pc:docMk/>
          <pc:sldMasterMk cId="3251977801" sldId="2147483673"/>
        </pc:sldMasterMkLst>
        <pc:spChg chg="del">
          <ac:chgData name="Duc Nguyen Ngoc" userId="1ef4b99b-b769-493e-ba0f-e5a3a6c9e87e" providerId="ADAL" clId="{B7607DFD-E900-4C95-BC07-270047441A7A}" dt="2025-11-14T14:32:28.694" v="10943" actId="478"/>
          <ac:spMkLst>
            <pc:docMk/>
            <pc:sldMasterMk cId="3251977801" sldId="2147483673"/>
            <ac:spMk id="8" creationId="{5EC34A76-E368-6DCD-5354-99BD23599789}"/>
          </ac:spMkLst>
        </pc:spChg>
        <pc:spChg chg="del">
          <ac:chgData name="Duc Nguyen Ngoc" userId="1ef4b99b-b769-493e-ba0f-e5a3a6c9e87e" providerId="ADAL" clId="{B7607DFD-E900-4C95-BC07-270047441A7A}" dt="2025-11-14T14:32:30.119" v="10944" actId="478"/>
          <ac:spMkLst>
            <pc:docMk/>
            <pc:sldMasterMk cId="3251977801" sldId="2147483673"/>
            <ac:spMk id="9" creationId="{B118D99C-031B-174F-8AE3-8BBC109B38F2}"/>
          </ac:spMkLst>
        </pc:spChg>
      </pc:sldMasterChg>
    </pc:docChg>
  </pc:docChgLst>
</pc:chgInfo>
</file>

<file path=ppt/comments/modernComment_559_2CEDAB2B.xml><?xml version="1.0" encoding="utf-8"?>
<p188:cmLst xmlns:a="http://schemas.openxmlformats.org/drawingml/2006/main" xmlns:r="http://schemas.openxmlformats.org/officeDocument/2006/relationships" xmlns:p188="http://schemas.microsoft.com/office/powerpoint/2018/8/main">
  <p188:cm id="{C6E1FCD8-281E-4D4E-85E1-458B0D4CD21E}" authorId="{5FBDA1D7-C681-8384-FB38-11FAA4F7C4ED}" created="2025-11-04T15:20:45.063">
    <ac:txMkLst xmlns:ac="http://schemas.microsoft.com/office/drawing/2013/main/command">
      <pc:docMk xmlns:pc="http://schemas.microsoft.com/office/powerpoint/2013/main/command"/>
      <pc:sldMk xmlns:pc="http://schemas.microsoft.com/office/powerpoint/2013/main/command" cId="753773355" sldId="1369"/>
      <ac:spMk id="2" creationId="{BA1779DA-7A17-161E-6A97-D6CAF3ECD08C}"/>
      <ac:txMk cp="50" len="124">
        <ac:context len="175" hash="2937086125"/>
      </ac:txMk>
    </ac:txMkLst>
    <p188:pos x="3266270" y="1163345"/>
    <p188:txBody>
      <a:bodyPr/>
      <a:lstStyle/>
      <a:p>
        <a:r>
          <a:rPr lang="en-GB"/>
          <a:t>Giang check xem mô hình này trọng số tiền huấn luyện như nào nhé</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A9ACCC-FC80-7CD1-19F3-0604207954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338DD7C-2096-04C6-608B-9006A196AE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D70903-2C13-4EBC-8EEF-520E8399B097}" type="datetimeFigureOut">
              <a:rPr lang="en-US" smtClean="0"/>
              <a:t>11/14/2025</a:t>
            </a:fld>
            <a:endParaRPr lang="en-US"/>
          </a:p>
        </p:txBody>
      </p:sp>
      <p:sp>
        <p:nvSpPr>
          <p:cNvPr id="4" name="Footer Placeholder 3">
            <a:extLst>
              <a:ext uri="{FF2B5EF4-FFF2-40B4-BE49-F238E27FC236}">
                <a16:creationId xmlns:a16="http://schemas.microsoft.com/office/drawing/2014/main" id="{F68425BE-FDE2-BB48-E362-08C6ACFF5A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878903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0E310-0CF2-4038-875F-81439E4C12AD}"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45A83E-C447-4F20-A22D-FCE7713DA669}" type="slidenum">
              <a:rPr lang="en-US" smtClean="0"/>
              <a:t>‹#›</a:t>
            </a:fld>
            <a:endParaRPr lang="en-US"/>
          </a:p>
        </p:txBody>
      </p:sp>
    </p:spTree>
    <p:extLst>
      <p:ext uri="{BB962C8B-B14F-4D97-AF65-F5344CB8AC3E}">
        <p14:creationId xmlns:p14="http://schemas.microsoft.com/office/powerpoint/2010/main" val="1055602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345A83E-C447-4F20-A22D-FCE7713DA669}" type="slidenum">
              <a:rPr lang="en-US" smtClean="0"/>
              <a:t>1</a:t>
            </a:fld>
            <a:endParaRPr lang="en-US"/>
          </a:p>
        </p:txBody>
      </p:sp>
    </p:spTree>
    <p:extLst>
      <p:ext uri="{BB962C8B-B14F-4D97-AF65-F5344CB8AC3E}">
        <p14:creationId xmlns:p14="http://schemas.microsoft.com/office/powerpoint/2010/main" val="351536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FEDE-C70B-D651-60F1-3E0C0233E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F83B8-2190-7F11-A8A7-130DC0922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B04C1-A42E-27E0-688B-A376505539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3B13313-78CC-E310-F34D-EE021F96C7C9}"/>
              </a:ext>
            </a:extLst>
          </p:cNvPr>
          <p:cNvSpPr>
            <a:spLocks noGrp="1"/>
          </p:cNvSpPr>
          <p:nvPr>
            <p:ph type="sldNum" sz="quarter" idx="5"/>
          </p:nvPr>
        </p:nvSpPr>
        <p:spPr/>
        <p:txBody>
          <a:bodyPr/>
          <a:lstStyle/>
          <a:p>
            <a:fld id="{E345A83E-C447-4F20-A22D-FCE7713DA669}" type="slidenum">
              <a:rPr lang="en-US" smtClean="0"/>
              <a:t>2</a:t>
            </a:fld>
            <a:endParaRPr lang="en-US"/>
          </a:p>
        </p:txBody>
      </p:sp>
    </p:spTree>
    <p:extLst>
      <p:ext uri="{BB962C8B-B14F-4D97-AF65-F5344CB8AC3E}">
        <p14:creationId xmlns:p14="http://schemas.microsoft.com/office/powerpoint/2010/main" val="2777257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63EE8-8BBE-091E-7709-FA52D2268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A5145-0770-EF19-795A-1C74D20C5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F9AEA-D375-FDDD-C034-AE86C5E0C7F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F66CBDD-F797-21C1-9C4C-71C3D859E62D}"/>
              </a:ext>
            </a:extLst>
          </p:cNvPr>
          <p:cNvSpPr>
            <a:spLocks noGrp="1"/>
          </p:cNvSpPr>
          <p:nvPr>
            <p:ph type="sldNum" sz="quarter" idx="5"/>
          </p:nvPr>
        </p:nvSpPr>
        <p:spPr/>
        <p:txBody>
          <a:bodyPr/>
          <a:lstStyle/>
          <a:p>
            <a:fld id="{E345A83E-C447-4F20-A22D-FCE7713DA669}" type="slidenum">
              <a:rPr lang="en-US" smtClean="0"/>
              <a:t>3</a:t>
            </a:fld>
            <a:endParaRPr lang="en-US"/>
          </a:p>
        </p:txBody>
      </p:sp>
    </p:spTree>
    <p:extLst>
      <p:ext uri="{BB962C8B-B14F-4D97-AF65-F5344CB8AC3E}">
        <p14:creationId xmlns:p14="http://schemas.microsoft.com/office/powerpoint/2010/main" val="2091830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3BEC-172A-5A85-DC39-94D43F0FD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FF25B-054D-BDED-DE10-7ACF9B360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949B2-726C-9CF1-5CFB-DB2EB015FF7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F0AB97-04F0-1741-B203-D5D508CA2CDE}"/>
              </a:ext>
            </a:extLst>
          </p:cNvPr>
          <p:cNvSpPr>
            <a:spLocks noGrp="1"/>
          </p:cNvSpPr>
          <p:nvPr>
            <p:ph type="sldNum" sz="quarter" idx="5"/>
          </p:nvPr>
        </p:nvSpPr>
        <p:spPr/>
        <p:txBody>
          <a:bodyPr/>
          <a:lstStyle/>
          <a:p>
            <a:fld id="{E345A83E-C447-4F20-A22D-FCE7713DA669}" type="slidenum">
              <a:rPr lang="en-US" smtClean="0"/>
              <a:t>6</a:t>
            </a:fld>
            <a:endParaRPr lang="en-US"/>
          </a:p>
        </p:txBody>
      </p:sp>
    </p:spTree>
    <p:extLst>
      <p:ext uri="{BB962C8B-B14F-4D97-AF65-F5344CB8AC3E}">
        <p14:creationId xmlns:p14="http://schemas.microsoft.com/office/powerpoint/2010/main" val="3358818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2338-5839-4CC5-BF4A-23464E7D1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619C2-71F0-09A2-8815-59BCFAB9C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4E7841-867B-E69A-E355-F7E3A595527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88FA85-B8EC-D936-4079-E3613015408D}"/>
              </a:ext>
            </a:extLst>
          </p:cNvPr>
          <p:cNvSpPr>
            <a:spLocks noGrp="1"/>
          </p:cNvSpPr>
          <p:nvPr>
            <p:ph type="sldNum" sz="quarter" idx="5"/>
          </p:nvPr>
        </p:nvSpPr>
        <p:spPr/>
        <p:txBody>
          <a:bodyPr/>
          <a:lstStyle/>
          <a:p>
            <a:fld id="{E345A83E-C447-4F20-A22D-FCE7713DA669}" type="slidenum">
              <a:rPr lang="en-US" smtClean="0"/>
              <a:t>9</a:t>
            </a:fld>
            <a:endParaRPr lang="en-US"/>
          </a:p>
        </p:txBody>
      </p:sp>
    </p:spTree>
    <p:extLst>
      <p:ext uri="{BB962C8B-B14F-4D97-AF65-F5344CB8AC3E}">
        <p14:creationId xmlns:p14="http://schemas.microsoft.com/office/powerpoint/2010/main" val="551309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a2f36ca8c1_0_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g3a2f36ca8c1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a2f36ca8c1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g3a2f36ca8c1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a2f36ca8c1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3a2f36ca8c1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a2f36ca8c1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g3a2f36ca8c1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4788-1D6E-DE60-E323-689472B23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23FB5-D172-E569-296A-8536195AD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7A66E-D920-0DED-CCE3-1DF5876CA1B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6D12785-8705-E760-11D1-09D25006B6F3}"/>
              </a:ext>
            </a:extLst>
          </p:cNvPr>
          <p:cNvSpPr>
            <a:spLocks noGrp="1"/>
          </p:cNvSpPr>
          <p:nvPr>
            <p:ph type="sldNum" sz="quarter" idx="5"/>
          </p:nvPr>
        </p:nvSpPr>
        <p:spPr/>
        <p:txBody>
          <a:bodyPr/>
          <a:lstStyle/>
          <a:p>
            <a:fld id="{E345A83E-C447-4F20-A22D-FCE7713DA669}" type="slidenum">
              <a:rPr lang="en-US" smtClean="0"/>
              <a:t>38</a:t>
            </a:fld>
            <a:endParaRPr lang="en-US"/>
          </a:p>
        </p:txBody>
      </p:sp>
    </p:spTree>
    <p:extLst>
      <p:ext uri="{BB962C8B-B14F-4D97-AF65-F5344CB8AC3E}">
        <p14:creationId xmlns:p14="http://schemas.microsoft.com/office/powerpoint/2010/main" val="17546770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167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712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7F10463-605A-9D8E-9BDB-748E650746F4}"/>
              </a:ext>
            </a:extLst>
          </p:cNvPr>
          <p:cNvSpPr/>
          <p:nvPr userDrawn="1"/>
        </p:nvSpPr>
        <p:spPr>
          <a:xfrm>
            <a:off x="3574473" y="0"/>
            <a:ext cx="8617527" cy="6856661"/>
          </a:xfrm>
          <a:custGeom>
            <a:avLst/>
            <a:gdLst>
              <a:gd name="connsiteX0" fmla="*/ 0 w 7259782"/>
              <a:gd name="connsiteY0" fmla="*/ 0 h 6856661"/>
              <a:gd name="connsiteX1" fmla="*/ 7259782 w 7259782"/>
              <a:gd name="connsiteY1" fmla="*/ 0 h 6856661"/>
              <a:gd name="connsiteX2" fmla="*/ 7259782 w 7259782"/>
              <a:gd name="connsiteY2" fmla="*/ 6856661 h 6856661"/>
              <a:gd name="connsiteX3" fmla="*/ 0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09091 w 7259782"/>
              <a:gd name="connsiteY3" fmla="*/ 6838188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18327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586182 w 7259782"/>
              <a:gd name="connsiteY3" fmla="*/ 682895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1971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4742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798618 w 7259782"/>
              <a:gd name="connsiteY3" fmla="*/ 6856661 h 6856661"/>
              <a:gd name="connsiteX4" fmla="*/ 0 w 7259782"/>
              <a:gd name="connsiteY4" fmla="*/ 0 h 685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9782" h="6856661">
                <a:moveTo>
                  <a:pt x="0" y="0"/>
                </a:moveTo>
                <a:lnTo>
                  <a:pt x="7259782" y="0"/>
                </a:lnTo>
                <a:lnTo>
                  <a:pt x="7259782" y="6856661"/>
                </a:lnTo>
                <a:lnTo>
                  <a:pt x="2798618" y="6856661"/>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Body)"/>
            </a:endParaRPr>
          </a:p>
        </p:txBody>
      </p:sp>
    </p:spTree>
    <p:extLst>
      <p:ext uri="{BB962C8B-B14F-4D97-AF65-F5344CB8AC3E}">
        <p14:creationId xmlns:p14="http://schemas.microsoft.com/office/powerpoint/2010/main" val="2606216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295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7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80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D940-6F83-2239-77A5-4EB412A4728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A6A93B-A3E8-726A-C938-B4C307F1C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F3DBD02E-FA9B-03F2-A37B-068C6C02CE36}"/>
              </a:ext>
            </a:extLst>
          </p:cNvPr>
          <p:cNvCxnSpPr/>
          <p:nvPr userDrawn="1"/>
        </p:nvCxnSpPr>
        <p:spPr>
          <a:xfrm>
            <a:off x="568900" y="1168121"/>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348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D72A1-08F0-CDE9-96CD-97E66642766F}"/>
              </a:ext>
            </a:extLst>
          </p:cNvPr>
          <p:cNvSpPr>
            <a:spLocks noGrp="1"/>
          </p:cNvSpPr>
          <p:nvPr>
            <p:ph idx="1"/>
          </p:nvPr>
        </p:nvSpPr>
        <p:spPr>
          <a:xfrm>
            <a:off x="540621" y="1206631"/>
            <a:ext cx="11001080" cy="4970332"/>
          </a:xfrm>
        </p:spPr>
        <p:txBody>
          <a:bodyPr/>
          <a:lstStyle>
            <a:lvl1pPr>
              <a:lnSpc>
                <a:spcPct val="114000"/>
              </a:lnSpc>
              <a:spcBef>
                <a:spcPts val="600"/>
              </a:spcBef>
              <a:spcAft>
                <a:spcPts val="600"/>
              </a:spcAft>
              <a:defRPr/>
            </a:lvl1pPr>
            <a:lvl2pPr>
              <a:lnSpc>
                <a:spcPct val="114000"/>
              </a:lnSpc>
              <a:spcBef>
                <a:spcPts val="600"/>
              </a:spcBef>
              <a:spcAft>
                <a:spcPts val="600"/>
              </a:spcAft>
              <a:defRPr/>
            </a:lvl2pPr>
            <a:lvl3pPr>
              <a:lnSpc>
                <a:spcPct val="114000"/>
              </a:lnSpc>
              <a:spcBef>
                <a:spcPts val="600"/>
              </a:spcBef>
              <a:spcAft>
                <a:spcPts val="600"/>
              </a:spcAft>
              <a:defRPr/>
            </a:lvl3pPr>
            <a:lvl4pPr>
              <a:lnSpc>
                <a:spcPct val="114000"/>
              </a:lnSpc>
              <a:spcBef>
                <a:spcPts val="600"/>
              </a:spcBef>
              <a:spcAft>
                <a:spcPts val="600"/>
              </a:spcAft>
              <a:defRPr/>
            </a:lvl4pPr>
            <a:lvl5pPr>
              <a:lnSpc>
                <a:spcPct val="114000"/>
              </a:lnSpc>
              <a:spcBef>
                <a:spcPts val="60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8676D5FC-2FE9-07B2-9A78-47E5713B231D}"/>
              </a:ext>
            </a:extLst>
          </p:cNvPr>
          <p:cNvSpPr>
            <a:spLocks noGrp="1"/>
          </p:cNvSpPr>
          <p:nvPr>
            <p:ph type="title"/>
          </p:nvPr>
        </p:nvSpPr>
        <p:spPr/>
        <p:txBody>
          <a:bodyPr/>
          <a:lstStyle>
            <a:lvl1pPr>
              <a:lnSpc>
                <a:spcPct val="114000"/>
              </a:lnSpc>
              <a:defRPr/>
            </a:lvl1pPr>
          </a:lstStyle>
          <a:p>
            <a:r>
              <a:rPr lang="en-US"/>
              <a:t>Click to edit Master title style</a:t>
            </a:r>
          </a:p>
        </p:txBody>
      </p:sp>
    </p:spTree>
    <p:extLst>
      <p:ext uri="{BB962C8B-B14F-4D97-AF65-F5344CB8AC3E}">
        <p14:creationId xmlns:p14="http://schemas.microsoft.com/office/powerpoint/2010/main" val="3667756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DDF5-49FC-8DB6-536D-5EAEA359682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1BB5BE-958A-AAD0-2938-2F2E972480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90213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6FA5A-5697-2CF9-D28C-88AADC0C0D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9B8AA1-2AF8-FD57-27B1-146E92BCED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456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08E5C4-8F37-3ACB-227D-DDC54A92D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451C8E-076D-4A6B-B197-9A925F83BC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8ADB42-DAA9-87E9-7561-884EE57B07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D6CB7-4367-94A5-9BA9-1984B02BB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6848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670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053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DEB0-41CB-8E8A-65FF-974C97195170}"/>
              </a:ext>
            </a:extLst>
          </p:cNvPr>
          <p:cNvSpPr>
            <a:spLocks noGrp="1"/>
          </p:cNvSpPr>
          <p:nvPr>
            <p:ph type="title"/>
          </p:nvPr>
        </p:nvSpPr>
        <p:spPr>
          <a:xfrm>
            <a:off x="839788" y="1320800"/>
            <a:ext cx="3932237" cy="1043709"/>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E00514-2460-70B4-7226-62A7975800BC}"/>
              </a:ext>
            </a:extLst>
          </p:cNvPr>
          <p:cNvSpPr>
            <a:spLocks noGrp="1"/>
          </p:cNvSpPr>
          <p:nvPr>
            <p:ph idx="1"/>
          </p:nvPr>
        </p:nvSpPr>
        <p:spPr>
          <a:xfrm>
            <a:off x="5183188" y="1320800"/>
            <a:ext cx="6172200" cy="4540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26324F-0FB5-8A41-FDE1-90C199E85D99}"/>
              </a:ext>
            </a:extLst>
          </p:cNvPr>
          <p:cNvSpPr>
            <a:spLocks noGrp="1"/>
          </p:cNvSpPr>
          <p:nvPr>
            <p:ph type="body" sz="half" idx="2"/>
          </p:nvPr>
        </p:nvSpPr>
        <p:spPr>
          <a:xfrm>
            <a:off x="839788" y="2364510"/>
            <a:ext cx="3932237" cy="35044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10625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1750-AE96-71F2-5E9C-0B8686C708DA}"/>
              </a:ext>
            </a:extLst>
          </p:cNvPr>
          <p:cNvSpPr>
            <a:spLocks noGrp="1"/>
          </p:cNvSpPr>
          <p:nvPr>
            <p:ph type="title"/>
          </p:nvPr>
        </p:nvSpPr>
        <p:spPr>
          <a:xfrm>
            <a:off x="839788" y="1339274"/>
            <a:ext cx="3932237" cy="960582"/>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17ECD9-6348-1AAA-79D6-934770E5E90A}"/>
              </a:ext>
            </a:extLst>
          </p:cNvPr>
          <p:cNvSpPr>
            <a:spLocks noGrp="1"/>
          </p:cNvSpPr>
          <p:nvPr>
            <p:ph type="pic" idx="1"/>
          </p:nvPr>
        </p:nvSpPr>
        <p:spPr>
          <a:xfrm>
            <a:off x="5183188" y="1339273"/>
            <a:ext cx="6172200" cy="45217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1320AA-D4A0-581B-120E-76B0EF28B66B}"/>
              </a:ext>
            </a:extLst>
          </p:cNvPr>
          <p:cNvSpPr>
            <a:spLocks noGrp="1"/>
          </p:cNvSpPr>
          <p:nvPr>
            <p:ph type="body" sz="half" idx="2"/>
          </p:nvPr>
        </p:nvSpPr>
        <p:spPr>
          <a:xfrm>
            <a:off x="839788" y="2299856"/>
            <a:ext cx="3932237" cy="35691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6124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FB8E-7C7E-D33E-1DBF-C4D549BB44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11A5A8-2B19-A4C5-54FD-1623C7A9E0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5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D289C7-2469-2436-17DA-0E3C528AD54E}"/>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3DBA91-E93E-8E5B-73CF-10192F59FD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145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592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7F10463-605A-9D8E-9BDB-748E650746F4}"/>
              </a:ext>
            </a:extLst>
          </p:cNvPr>
          <p:cNvSpPr/>
          <p:nvPr userDrawn="1"/>
        </p:nvSpPr>
        <p:spPr>
          <a:xfrm>
            <a:off x="3574473" y="0"/>
            <a:ext cx="8617527" cy="6856661"/>
          </a:xfrm>
          <a:custGeom>
            <a:avLst/>
            <a:gdLst>
              <a:gd name="connsiteX0" fmla="*/ 0 w 7259782"/>
              <a:gd name="connsiteY0" fmla="*/ 0 h 6856661"/>
              <a:gd name="connsiteX1" fmla="*/ 7259782 w 7259782"/>
              <a:gd name="connsiteY1" fmla="*/ 0 h 6856661"/>
              <a:gd name="connsiteX2" fmla="*/ 7259782 w 7259782"/>
              <a:gd name="connsiteY2" fmla="*/ 6856661 h 6856661"/>
              <a:gd name="connsiteX3" fmla="*/ 0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09091 w 7259782"/>
              <a:gd name="connsiteY3" fmla="*/ 6838188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18327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586182 w 7259782"/>
              <a:gd name="connsiteY3" fmla="*/ 682895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1971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4742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798618 w 7259782"/>
              <a:gd name="connsiteY3" fmla="*/ 6856661 h 6856661"/>
              <a:gd name="connsiteX4" fmla="*/ 0 w 7259782"/>
              <a:gd name="connsiteY4" fmla="*/ 0 h 685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9782" h="6856661">
                <a:moveTo>
                  <a:pt x="0" y="0"/>
                </a:moveTo>
                <a:lnTo>
                  <a:pt x="7259782" y="0"/>
                </a:lnTo>
                <a:lnTo>
                  <a:pt x="7259782" y="6856661"/>
                </a:lnTo>
                <a:lnTo>
                  <a:pt x="2798618" y="6856661"/>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Body)"/>
            </a:endParaRPr>
          </a:p>
        </p:txBody>
      </p:sp>
    </p:spTree>
    <p:extLst>
      <p:ext uri="{BB962C8B-B14F-4D97-AF65-F5344CB8AC3E}">
        <p14:creationId xmlns:p14="http://schemas.microsoft.com/office/powerpoint/2010/main" val="1183501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05735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2" r:id="rId3"/>
    <p:sldLayoutId id="2147483670" r:id="rId4"/>
    <p:sldLayoutId id="2147483671" r:id="rId5"/>
    <p:sldLayoutId id="2147483685" r:id="rId6"/>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E6EDFA-B849-235E-02C0-81ADE609C83A}"/>
              </a:ext>
            </a:extLst>
          </p:cNvPr>
          <p:cNvSpPr>
            <a:spLocks noGrp="1"/>
          </p:cNvSpPr>
          <p:nvPr>
            <p:ph type="body" idx="1"/>
          </p:nvPr>
        </p:nvSpPr>
        <p:spPr>
          <a:xfrm>
            <a:off x="610951" y="1366229"/>
            <a:ext cx="10930749" cy="481073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C9EA67D-660D-CA1B-ABDA-F7CA4607D0E6}"/>
              </a:ext>
            </a:extLst>
          </p:cNvPr>
          <p:cNvCxnSpPr/>
          <p:nvPr userDrawn="1"/>
        </p:nvCxnSpPr>
        <p:spPr>
          <a:xfrm>
            <a:off x="610951" y="6352540"/>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C5AA88-0E36-EE56-05ED-CD629B14F6ED}"/>
              </a:ext>
            </a:extLst>
          </p:cNvPr>
          <p:cNvCxnSpPr>
            <a:cxnSpLocks/>
          </p:cNvCxnSpPr>
          <p:nvPr userDrawn="1"/>
        </p:nvCxnSpPr>
        <p:spPr>
          <a:xfrm>
            <a:off x="568900" y="1025881"/>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754C43BB-D4ED-1592-AF8D-6D509FB1296C}"/>
              </a:ext>
            </a:extLst>
          </p:cNvPr>
          <p:cNvSpPr txBox="1">
            <a:spLocks/>
          </p:cNvSpPr>
          <p:nvPr userDrawn="1"/>
        </p:nvSpPr>
        <p:spPr>
          <a:xfrm>
            <a:off x="4125842" y="295564"/>
            <a:ext cx="7227958" cy="6277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endParaRPr lang="en-US" sz="2400" b="1">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5" name="Title Placeholder 14">
            <a:extLst>
              <a:ext uri="{FF2B5EF4-FFF2-40B4-BE49-F238E27FC236}">
                <a16:creationId xmlns:a16="http://schemas.microsoft.com/office/drawing/2014/main" id="{CDF6A558-0C3A-45B3-40B5-0BD445EC774A}"/>
              </a:ext>
            </a:extLst>
          </p:cNvPr>
          <p:cNvSpPr>
            <a:spLocks noGrp="1"/>
          </p:cNvSpPr>
          <p:nvPr>
            <p:ph type="title"/>
          </p:nvPr>
        </p:nvSpPr>
        <p:spPr>
          <a:xfrm>
            <a:off x="568900" y="222885"/>
            <a:ext cx="10972800" cy="62770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25197780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xStyles>
    <p:titleStyle>
      <a:lvl1pPr algn="r" defTabSz="914400" rtl="0" eaLnBrk="1" latinLnBrk="0" hangingPunct="1">
        <a:lnSpc>
          <a:spcPct val="90000"/>
        </a:lnSpc>
        <a:spcBef>
          <a:spcPct val="0"/>
        </a:spcBef>
        <a:buNone/>
        <a:defRPr sz="2800" b="1" kern="1200">
          <a:solidFill>
            <a:srgbClr val="14325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competitions/histopathologic-cancer-detection/overview"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559_2CEDAB2B.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2894AB-D42D-4C72-AF38-625276C2FFA8}"/>
              </a:ext>
            </a:extLst>
          </p:cNvPr>
          <p:cNvSpPr/>
          <p:nvPr/>
        </p:nvSpPr>
        <p:spPr>
          <a:xfrm>
            <a:off x="-1" y="4525818"/>
            <a:ext cx="12192001" cy="2332182"/>
          </a:xfrm>
          <a:prstGeom prst="rect">
            <a:avLst/>
          </a:prstGeom>
          <a:solidFill>
            <a:srgbClr val="14325A">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맑은 고딕"/>
              <a:cs typeface="+mn-cs"/>
            </a:endParaRPr>
          </a:p>
        </p:txBody>
      </p:sp>
      <p:sp>
        <p:nvSpPr>
          <p:cNvPr id="10" name="TextBox 9">
            <a:extLst>
              <a:ext uri="{FF2B5EF4-FFF2-40B4-BE49-F238E27FC236}">
                <a16:creationId xmlns:a16="http://schemas.microsoft.com/office/drawing/2014/main" id="{493694D8-8CF5-4FE1-B692-77DAC5112306}"/>
              </a:ext>
            </a:extLst>
          </p:cNvPr>
          <p:cNvSpPr txBox="1"/>
          <p:nvPr/>
        </p:nvSpPr>
        <p:spPr>
          <a:xfrm>
            <a:off x="1" y="4587372"/>
            <a:ext cx="12191999" cy="954107"/>
          </a:xfrm>
          <a:prstGeom prst="rect">
            <a:avLst/>
          </a:prstGeom>
          <a:noFill/>
        </p:spPr>
        <p:txBody>
          <a:bodyPr wrap="square" rtlCol="0" anchor="ctr">
            <a:spAutoFit/>
          </a:bodyPr>
          <a:lstStyle/>
          <a:p>
            <a:pPr lvl="0" algn="ctr">
              <a:defRPr/>
            </a:pPr>
            <a:r>
              <a:rPr lang="en-US" altLang="ko-KR" sz="2800" b="1">
                <a:solidFill>
                  <a:prstClr val="white"/>
                </a:solidFill>
                <a:latin typeface="Arial"/>
                <a:ea typeface="맑은 고딕"/>
                <a:cs typeface="Arial" pitchFamily="34" charset="0"/>
              </a:rPr>
              <a:t>ỨNG DỤNG HỌC SÂU TRONG BÀI TOÁN ẢNH</a:t>
            </a:r>
          </a:p>
          <a:p>
            <a:pPr lvl="0" algn="ctr">
              <a:defRPr/>
            </a:pPr>
            <a:r>
              <a:rPr lang="en-US" altLang="ko-KR" sz="2800" b="1">
                <a:solidFill>
                  <a:prstClr val="white"/>
                </a:solidFill>
                <a:latin typeface="Arial"/>
                <a:ea typeface="맑은 고딕"/>
                <a:cs typeface="Arial" pitchFamily="34" charset="0"/>
              </a:rPr>
              <a:t>PHÁT HIỆN TẾ BÀO UNG THƯ</a:t>
            </a:r>
            <a:endParaRPr lang="ko-KR" altLang="en-US" sz="1600" i="1">
              <a:solidFill>
                <a:prstClr val="white"/>
              </a:solidFill>
              <a:latin typeface="Arial"/>
              <a:ea typeface="맑은 고딕"/>
              <a:cs typeface="Arial" pitchFamily="34" charset="0"/>
            </a:endParaRPr>
          </a:p>
        </p:txBody>
      </p:sp>
      <p:sp>
        <p:nvSpPr>
          <p:cNvPr id="11" name="TextBox 10">
            <a:extLst>
              <a:ext uri="{FF2B5EF4-FFF2-40B4-BE49-F238E27FC236}">
                <a16:creationId xmlns:a16="http://schemas.microsoft.com/office/drawing/2014/main" id="{ADF0DB56-26DE-4005-902B-2E68ACC2F5A6}"/>
              </a:ext>
            </a:extLst>
          </p:cNvPr>
          <p:cNvSpPr txBox="1"/>
          <p:nvPr/>
        </p:nvSpPr>
        <p:spPr>
          <a:xfrm>
            <a:off x="-2" y="5758123"/>
            <a:ext cx="5470636" cy="830997"/>
          </a:xfrm>
          <a:prstGeom prst="rect">
            <a:avLst/>
          </a:prstGeom>
          <a:noFill/>
        </p:spPr>
        <p:txBody>
          <a:bodyPr wrap="square" lIns="91440" tIns="45720" rIns="91440" bIns="45720" rtlCol="0" anchor="t">
            <a:spAutoFit/>
          </a:bodyPr>
          <a:lstStyle/>
          <a:p>
            <a:pPr lvl="0" algn="r">
              <a:defRPr/>
            </a:pPr>
            <a:r>
              <a:rPr lang="en-US" altLang="ko-KR" sz="1600" b="1">
                <a:solidFill>
                  <a:prstClr val="white"/>
                </a:solidFill>
                <a:latin typeface="Arial"/>
                <a:ea typeface="맑은 고딕"/>
                <a:cs typeface="Arial"/>
              </a:rPr>
              <a:t>Chuyên đề 3</a:t>
            </a:r>
          </a:p>
          <a:p>
            <a:pPr lvl="0" algn="r">
              <a:defRPr/>
            </a:pPr>
            <a:r>
              <a:rPr lang="en-US" altLang="ko-KR" sz="1600">
                <a:solidFill>
                  <a:prstClr val="white"/>
                </a:solidFill>
                <a:latin typeface="Arial"/>
                <a:ea typeface="맑은 고딕"/>
                <a:cs typeface="Arial"/>
              </a:rPr>
              <a:t>Giảng viên hướng dẫn:</a:t>
            </a:r>
          </a:p>
          <a:p>
            <a:pPr lvl="0" algn="r">
              <a:defRPr/>
            </a:pPr>
            <a:r>
              <a:rPr lang="en-US" altLang="ko-KR" sz="1600">
                <a:solidFill>
                  <a:prstClr val="white"/>
                </a:solidFill>
                <a:latin typeface="Arial"/>
                <a:ea typeface="맑은 고딕"/>
                <a:cs typeface="Arial"/>
              </a:rPr>
              <a:t>TS. Nguyễn Thị Bích Thủy</a:t>
            </a:r>
          </a:p>
        </p:txBody>
      </p:sp>
      <p:sp>
        <p:nvSpPr>
          <p:cNvPr id="2" name="TextBox 1">
            <a:extLst>
              <a:ext uri="{FF2B5EF4-FFF2-40B4-BE49-F238E27FC236}">
                <a16:creationId xmlns:a16="http://schemas.microsoft.com/office/drawing/2014/main" id="{3C770E29-168F-3159-2435-0BAC985500F0}"/>
              </a:ext>
            </a:extLst>
          </p:cNvPr>
          <p:cNvSpPr txBox="1"/>
          <p:nvPr/>
        </p:nvSpPr>
        <p:spPr>
          <a:xfrm>
            <a:off x="6721368" y="5758123"/>
            <a:ext cx="5470636" cy="1077218"/>
          </a:xfrm>
          <a:prstGeom prst="rect">
            <a:avLst/>
          </a:prstGeom>
          <a:noFill/>
        </p:spPr>
        <p:txBody>
          <a:bodyPr wrap="square" lIns="91440" tIns="45720" rIns="91440" bIns="45720" rtlCol="0" anchor="t">
            <a:spAutoFit/>
          </a:bodyPr>
          <a:lstStyle/>
          <a:p>
            <a:pPr lvl="0">
              <a:defRPr/>
            </a:pPr>
            <a:r>
              <a:rPr lang="en-US" altLang="ko-KR" sz="1600" b="1">
                <a:solidFill>
                  <a:prstClr val="white"/>
                </a:solidFill>
                <a:latin typeface="Arial"/>
                <a:ea typeface="맑은 고딕"/>
                <a:cs typeface="Arial"/>
              </a:rPr>
              <a:t>Nhóm 7:</a:t>
            </a:r>
          </a:p>
          <a:p>
            <a:pPr lvl="0">
              <a:defRPr/>
            </a:pPr>
            <a:r>
              <a:rPr lang="en-US" altLang="ko-KR" sz="1600">
                <a:solidFill>
                  <a:prstClr val="white"/>
                </a:solidFill>
                <a:latin typeface="Arial"/>
                <a:ea typeface="맑은 고딕"/>
                <a:cs typeface="Arial"/>
              </a:rPr>
              <a:t>Nguyễn Ngọc Đức</a:t>
            </a:r>
          </a:p>
          <a:p>
            <a:pPr lvl="0">
              <a:defRPr/>
            </a:pPr>
            <a:r>
              <a:rPr lang="en-US" altLang="ko-KR" sz="1600">
                <a:solidFill>
                  <a:prstClr val="white"/>
                </a:solidFill>
                <a:latin typeface="Arial"/>
                <a:ea typeface="맑은 고딕"/>
                <a:cs typeface="Arial"/>
              </a:rPr>
              <a:t>Lương thị Giang</a:t>
            </a:r>
          </a:p>
          <a:p>
            <a:pPr lvl="0">
              <a:defRPr/>
            </a:pPr>
            <a:r>
              <a:rPr lang="en-US" altLang="ko-KR" sz="1600">
                <a:solidFill>
                  <a:prstClr val="white"/>
                </a:solidFill>
                <a:latin typeface="Arial"/>
                <a:ea typeface="맑은 고딕"/>
                <a:cs typeface="Arial"/>
              </a:rPr>
              <a:t>Ngô Kim Chung</a:t>
            </a:r>
          </a:p>
        </p:txBody>
      </p:sp>
    </p:spTree>
    <p:extLst>
      <p:ext uri="{BB962C8B-B14F-4D97-AF65-F5344CB8AC3E}">
        <p14:creationId xmlns:p14="http://schemas.microsoft.com/office/powerpoint/2010/main" val="1981054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AEC9-38E7-D642-B21F-29AD4A1B8F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79E083-4463-20FB-461E-89C4A40A9310}"/>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7166CF4F-4CF3-9C0A-683E-01DC7297F7B4}"/>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542090FF-4629-EBDB-6259-EE44DEABE2D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02</a:t>
              </a:r>
              <a:endParaRPr lang="ko-KR" altLang="en-US" sz="3600" b="1">
                <a:solidFill>
                  <a:schemeClr val="bg1"/>
                </a:solidFill>
                <a:latin typeface="Arial (Body)"/>
                <a:cs typeface="Arial" pitchFamily="34" charset="0"/>
              </a:endParaRPr>
            </a:p>
          </p:txBody>
        </p:sp>
        <p:sp>
          <p:nvSpPr>
            <p:cNvPr id="17" name="TextBox 16">
              <a:extLst>
                <a:ext uri="{FF2B5EF4-FFF2-40B4-BE49-F238E27FC236}">
                  <a16:creationId xmlns:a16="http://schemas.microsoft.com/office/drawing/2014/main" id="{6CDA30A3-065D-0E58-8D18-1AC6E02435EC}"/>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solidFill>
                  <a:latin typeface="Arial (Body)"/>
                  <a:cs typeface="Arial" pitchFamily="34" charset="0"/>
                </a:rPr>
                <a:t>Kiến thức nền tảng</a:t>
              </a:r>
              <a:endParaRPr lang="en-GB" sz="2400" b="1">
                <a:solidFill>
                  <a:schemeClr val="bg1"/>
                </a:solidFill>
                <a:latin typeface="Arial (Body)"/>
                <a:cs typeface="Arial" pitchFamily="34" charset="0"/>
              </a:endParaRPr>
            </a:p>
          </p:txBody>
        </p:sp>
      </p:grpSp>
      <p:grpSp>
        <p:nvGrpSpPr>
          <p:cNvPr id="12" name="Group 11">
            <a:extLst>
              <a:ext uri="{FF2B5EF4-FFF2-40B4-BE49-F238E27FC236}">
                <a16:creationId xmlns:a16="http://schemas.microsoft.com/office/drawing/2014/main" id="{224A15FA-04CF-1047-D8CC-89E0CBD0756C}"/>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B13BED11-9AFE-E337-39EF-0188BD7C97AE}"/>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03</a:t>
              </a:r>
              <a:endParaRPr lang="ko-KR" altLang="en-US" sz="3600" b="1">
                <a:solidFill>
                  <a:schemeClr val="bg1"/>
                </a:solidFill>
                <a:latin typeface="Arial (Body)"/>
                <a:cs typeface="Arial" pitchFamily="34" charset="0"/>
              </a:endParaRPr>
            </a:p>
          </p:txBody>
        </p:sp>
        <p:sp>
          <p:nvSpPr>
            <p:cNvPr id="20" name="TextBox 19">
              <a:extLst>
                <a:ext uri="{FF2B5EF4-FFF2-40B4-BE49-F238E27FC236}">
                  <a16:creationId xmlns:a16="http://schemas.microsoft.com/office/drawing/2014/main" id="{47C6795A-84C9-C6EA-CF4B-7A27DD4927C5}"/>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Thực nghiệm</a:t>
              </a:r>
              <a:endParaRPr lang="ko-KR" altLang="en-US" sz="2400" b="1">
                <a:solidFill>
                  <a:schemeClr val="bg1"/>
                </a:solidFill>
                <a:latin typeface="Arial (Body)"/>
                <a:cs typeface="Arial" pitchFamily="34" charset="0"/>
              </a:endParaRPr>
            </a:p>
          </p:txBody>
        </p:sp>
      </p:grpSp>
      <p:grpSp>
        <p:nvGrpSpPr>
          <p:cNvPr id="22" name="Group 21">
            <a:extLst>
              <a:ext uri="{FF2B5EF4-FFF2-40B4-BE49-F238E27FC236}">
                <a16:creationId xmlns:a16="http://schemas.microsoft.com/office/drawing/2014/main" id="{A9242354-6CEF-5858-0CC8-8CE96A9CE8DA}"/>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E51E24A4-1A8E-24DB-DCB4-1670B01A7C99}"/>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04</a:t>
              </a:r>
              <a:endParaRPr lang="ko-KR" altLang="en-US" sz="3600" b="1">
                <a:solidFill>
                  <a:schemeClr val="bg1"/>
                </a:solidFill>
                <a:latin typeface="Arial (Body)"/>
                <a:cs typeface="Arial" pitchFamily="34" charset="0"/>
              </a:endParaRPr>
            </a:p>
          </p:txBody>
        </p:sp>
        <p:sp>
          <p:nvSpPr>
            <p:cNvPr id="24" name="TextBox 23">
              <a:extLst>
                <a:ext uri="{FF2B5EF4-FFF2-40B4-BE49-F238E27FC236}">
                  <a16:creationId xmlns:a16="http://schemas.microsoft.com/office/drawing/2014/main" id="{3CA11DFF-9FCE-864C-05C4-B648F6E9B2D3}"/>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Tổng kết</a:t>
              </a:r>
              <a:endParaRPr lang="ko-KR" altLang="en-US" sz="2400" b="1">
                <a:solidFill>
                  <a:schemeClr val="bg1"/>
                </a:solidFill>
                <a:latin typeface="Arial (Body)"/>
                <a:cs typeface="Arial" pitchFamily="34" charset="0"/>
              </a:endParaRPr>
            </a:p>
          </p:txBody>
        </p:sp>
      </p:grpSp>
      <p:grpSp>
        <p:nvGrpSpPr>
          <p:cNvPr id="6" name="Group 5">
            <a:extLst>
              <a:ext uri="{FF2B5EF4-FFF2-40B4-BE49-F238E27FC236}">
                <a16:creationId xmlns:a16="http://schemas.microsoft.com/office/drawing/2014/main" id="{304C6091-3F73-F0BF-3D8C-1EBA43EA2183}"/>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0C8C31AD-DECA-43D1-CBD9-8D984F2DC364}"/>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01</a:t>
              </a:r>
              <a:endParaRPr lang="ko-KR" altLang="en-US" sz="3600" b="1">
                <a:solidFill>
                  <a:schemeClr val="bg1"/>
                </a:solidFill>
                <a:latin typeface="Arial (Body)"/>
                <a:cs typeface="Arial" pitchFamily="34" charset="0"/>
              </a:endParaRPr>
            </a:p>
          </p:txBody>
        </p:sp>
        <p:sp>
          <p:nvSpPr>
            <p:cNvPr id="8" name="TextBox 7">
              <a:extLst>
                <a:ext uri="{FF2B5EF4-FFF2-40B4-BE49-F238E27FC236}">
                  <a16:creationId xmlns:a16="http://schemas.microsoft.com/office/drawing/2014/main" id="{6194EF62-8588-9AE7-EDFC-85046EF94146}"/>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Phát biểu bài toán</a:t>
              </a:r>
            </a:p>
          </p:txBody>
        </p:sp>
      </p:grpSp>
    </p:spTree>
    <p:extLst>
      <p:ext uri="{BB962C8B-B14F-4D97-AF65-F5344CB8AC3E}">
        <p14:creationId xmlns:p14="http://schemas.microsoft.com/office/powerpoint/2010/main" val="1499799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AE18-F889-DA18-9FFA-0CE2E509D1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B29E40-70AB-0C25-8BA1-6BA05AF83CA4}"/>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32A7FDB2-EFA2-D535-836F-BD5A8AB67F9B}"/>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F8C90F8C-765C-718D-2D55-909C0724535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CFE3CE8D-B378-A05C-9ADC-3EA9D3E22A7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09DC38D2-1142-2217-7D01-D7C2D6382382}"/>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50A8FBB6-8BBF-4CC1-248D-1DF205D4FCA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B0040153-AFD1-A0C6-5FEA-D5B9AC36D0CB}"/>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280F5C8E-5480-B23D-0665-ADB3B92F7E21}"/>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2150D874-3BC4-9B5E-2C4E-79D934CFDDF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1B2AFA40-756E-5085-E762-8E82E23FC438}"/>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0A308B49-375C-8781-269F-4688609D08DA}"/>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12244056-3417-D59D-C4BE-87A1D528A76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01</a:t>
              </a:r>
              <a:endParaRPr lang="ko-KR" altLang="en-US" sz="3600" b="1">
                <a:solidFill>
                  <a:schemeClr val="bg1"/>
                </a:solidFill>
                <a:latin typeface="Arial (Body)"/>
                <a:cs typeface="Arial" pitchFamily="34" charset="0"/>
              </a:endParaRPr>
            </a:p>
          </p:txBody>
        </p:sp>
        <p:sp>
          <p:nvSpPr>
            <p:cNvPr id="8" name="TextBox 7">
              <a:extLst>
                <a:ext uri="{FF2B5EF4-FFF2-40B4-BE49-F238E27FC236}">
                  <a16:creationId xmlns:a16="http://schemas.microsoft.com/office/drawing/2014/main" id="{8FA4380C-FFD7-40E0-E203-D4410EE2C698}"/>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Phát biểu bài toán</a:t>
              </a:r>
            </a:p>
          </p:txBody>
        </p:sp>
      </p:grpSp>
    </p:spTree>
    <p:extLst>
      <p:ext uri="{BB962C8B-B14F-4D97-AF65-F5344CB8AC3E}">
        <p14:creationId xmlns:p14="http://schemas.microsoft.com/office/powerpoint/2010/main" val="42303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F4CA4F-8DA0-098B-9E91-C9FB51AFB369}"/>
              </a:ext>
            </a:extLst>
          </p:cNvPr>
          <p:cNvSpPr>
            <a:spLocks noGrp="1"/>
          </p:cNvSpPr>
          <p:nvPr>
            <p:ph idx="1"/>
          </p:nvPr>
        </p:nvSpPr>
        <p:spPr/>
        <p:txBody>
          <a:bodyPr/>
          <a:lstStyle/>
          <a:p>
            <a:pPr marL="0" indent="0">
              <a:buNone/>
            </a:pPr>
            <a:r>
              <a:rPr lang="en-US"/>
              <a:t>Đề tài: Phân loại nhị phân các ảnh mô bệnh học chứa hoặc không chứa tế bào ung thư</a:t>
            </a:r>
          </a:p>
          <a:p>
            <a:pPr marL="0" indent="0">
              <a:buNone/>
            </a:pPr>
            <a:r>
              <a:rPr lang="en-US"/>
              <a:t>Dữ liệu: Cuộc thi </a:t>
            </a:r>
            <a:r>
              <a:rPr lang="en-GB">
                <a:hlinkClick r:id="rId2"/>
              </a:rPr>
              <a:t>Kaggle Histopathologic Cancer Detection</a:t>
            </a:r>
            <a:endParaRPr lang="en-GB"/>
          </a:p>
          <a:p>
            <a:pPr marL="0" indent="0">
              <a:buNone/>
            </a:pPr>
            <a:r>
              <a:rPr lang="en-US"/>
              <a:t>Ý nghĩa đề tài: Mẫu mô bệnh học được dùng để chẩn đoán ung thư. Tuy nhiên, việc này yêu cầu đào tạo chuyên sâu nhưng vẫn rất tốn thời gian và độ chính xác thấp. Do đó, việc tự động hóa quá trình phát hiện tế bào ung thư có nhiều lợi thế:</a:t>
            </a:r>
          </a:p>
          <a:p>
            <a:pPr>
              <a:buFontTx/>
              <a:buChar char="-"/>
            </a:pPr>
            <a:r>
              <a:rPr lang="en-US"/>
              <a:t>Giảm tải cho các nhà giải phẫu bệnh</a:t>
            </a:r>
          </a:p>
          <a:p>
            <a:pPr>
              <a:buFontTx/>
              <a:buChar char="-"/>
            </a:pPr>
            <a:r>
              <a:rPr lang="en-US"/>
              <a:t>Tăng tốc độ chẩn đoán</a:t>
            </a:r>
          </a:p>
          <a:p>
            <a:pPr>
              <a:buFontTx/>
              <a:buChar char="-"/>
            </a:pPr>
            <a:r>
              <a:rPr lang="en-US"/>
              <a:t>Cho phép chẩn đoán từ xa</a:t>
            </a:r>
          </a:p>
          <a:p>
            <a:pPr>
              <a:buFontTx/>
              <a:buChar char="-"/>
            </a:pPr>
            <a:endParaRPr lang="en-US"/>
          </a:p>
          <a:p>
            <a:pPr marL="0" indent="0">
              <a:buNone/>
            </a:pPr>
            <a:endParaRPr lang="en-US"/>
          </a:p>
          <a:p>
            <a:pPr marL="0" indent="0">
              <a:buNone/>
            </a:pPr>
            <a:endParaRPr lang="en-GB"/>
          </a:p>
        </p:txBody>
      </p:sp>
      <p:sp>
        <p:nvSpPr>
          <p:cNvPr id="3" name="Title 2">
            <a:extLst>
              <a:ext uri="{FF2B5EF4-FFF2-40B4-BE49-F238E27FC236}">
                <a16:creationId xmlns:a16="http://schemas.microsoft.com/office/drawing/2014/main" id="{E24D1FED-4BF1-9D6F-80D3-3E18686E48C8}"/>
              </a:ext>
            </a:extLst>
          </p:cNvPr>
          <p:cNvSpPr>
            <a:spLocks noGrp="1"/>
          </p:cNvSpPr>
          <p:nvPr>
            <p:ph type="title"/>
          </p:nvPr>
        </p:nvSpPr>
        <p:spPr/>
        <p:txBody>
          <a:bodyPr/>
          <a:lstStyle/>
          <a:p>
            <a:r>
              <a:rPr lang="en-US"/>
              <a:t>PHÁT BIỂU BÀI TOÁN</a:t>
            </a:r>
            <a:endParaRPr lang="en-GB"/>
          </a:p>
        </p:txBody>
      </p:sp>
    </p:spTree>
    <p:extLst>
      <p:ext uri="{BB962C8B-B14F-4D97-AF65-F5344CB8AC3E}">
        <p14:creationId xmlns:p14="http://schemas.microsoft.com/office/powerpoint/2010/main" val="1932767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AF7F-86CB-9311-5C4F-4590C7257B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4539B2-2BDA-C628-2784-0BE99922D5FE}"/>
              </a:ext>
            </a:extLst>
          </p:cNvPr>
          <p:cNvSpPr>
            <a:spLocks noGrp="1"/>
          </p:cNvSpPr>
          <p:nvPr>
            <p:ph idx="1"/>
          </p:nvPr>
        </p:nvSpPr>
        <p:spPr/>
        <p:txBody>
          <a:bodyPr/>
          <a:lstStyle/>
          <a:p>
            <a:pPr>
              <a:buFontTx/>
              <a:buChar char="-"/>
            </a:pPr>
            <a:r>
              <a:rPr lang="en-US"/>
              <a:t>Bộ dữ liệu: 22.002 ảnh 96x96, với nhãn là 0 / 1 – tương ứng với có và không có tế bào ung thư, tỷ lệ ~60 – 40.</a:t>
            </a:r>
          </a:p>
          <a:p>
            <a:pPr>
              <a:buFontTx/>
              <a:buChar char="-"/>
            </a:pPr>
            <a:r>
              <a:rPr lang="en-US"/>
              <a:t>Dữ liệu được chia thành tập huấn luyện và kiểm thứ với tỷ lệ 80 – 20.</a:t>
            </a:r>
          </a:p>
          <a:p>
            <a:pPr>
              <a:buFontTx/>
              <a:buChar char="-"/>
            </a:pPr>
            <a:endParaRPr lang="en-US"/>
          </a:p>
          <a:p>
            <a:pPr marL="0" indent="0">
              <a:buNone/>
            </a:pPr>
            <a:endParaRPr lang="en-US"/>
          </a:p>
          <a:p>
            <a:pPr marL="0" indent="0">
              <a:buNone/>
            </a:pPr>
            <a:endParaRPr lang="en-GB"/>
          </a:p>
        </p:txBody>
      </p:sp>
      <p:sp>
        <p:nvSpPr>
          <p:cNvPr id="3" name="Title 2">
            <a:extLst>
              <a:ext uri="{FF2B5EF4-FFF2-40B4-BE49-F238E27FC236}">
                <a16:creationId xmlns:a16="http://schemas.microsoft.com/office/drawing/2014/main" id="{E9EE00DE-1EE3-41C6-C1EB-F650EA773CA3}"/>
              </a:ext>
            </a:extLst>
          </p:cNvPr>
          <p:cNvSpPr>
            <a:spLocks noGrp="1"/>
          </p:cNvSpPr>
          <p:nvPr>
            <p:ph type="title"/>
          </p:nvPr>
        </p:nvSpPr>
        <p:spPr/>
        <p:txBody>
          <a:bodyPr/>
          <a:lstStyle/>
          <a:p>
            <a:r>
              <a:rPr lang="en-US"/>
              <a:t>PHÁT BIỂU BÀI TOÁN</a:t>
            </a:r>
            <a:endParaRPr lang="en-GB"/>
          </a:p>
        </p:txBody>
      </p:sp>
      <p:pic>
        <p:nvPicPr>
          <p:cNvPr id="5" name="Picture 4">
            <a:extLst>
              <a:ext uri="{FF2B5EF4-FFF2-40B4-BE49-F238E27FC236}">
                <a16:creationId xmlns:a16="http://schemas.microsoft.com/office/drawing/2014/main" id="{17E8FF29-E427-6702-7335-91A6BD2F80B1}"/>
              </a:ext>
            </a:extLst>
          </p:cNvPr>
          <p:cNvPicPr>
            <a:picLocks noChangeAspect="1"/>
          </p:cNvPicPr>
          <p:nvPr/>
        </p:nvPicPr>
        <p:blipFill>
          <a:blip r:embed="rId2"/>
          <a:stretch>
            <a:fillRect/>
          </a:stretch>
        </p:blipFill>
        <p:spPr>
          <a:xfrm>
            <a:off x="1876425" y="2159448"/>
            <a:ext cx="8439149" cy="3783423"/>
          </a:xfrm>
          <a:prstGeom prst="rect">
            <a:avLst/>
          </a:prstGeom>
        </p:spPr>
      </p:pic>
    </p:spTree>
    <p:extLst>
      <p:ext uri="{BB962C8B-B14F-4D97-AF65-F5344CB8AC3E}">
        <p14:creationId xmlns:p14="http://schemas.microsoft.com/office/powerpoint/2010/main" val="3335958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4DB1-54B8-5F96-C009-D6058F1977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D862C5-E050-5A88-43FB-957EBA344776}"/>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EF217C72-8D62-0F0E-91C1-8E476F89D0E6}"/>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2CCA59F6-32C5-3B77-87A2-12498F12A7A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02</a:t>
              </a:r>
              <a:endParaRPr lang="ko-KR" altLang="en-US" sz="3600" b="1">
                <a:solidFill>
                  <a:schemeClr val="bg1"/>
                </a:solidFill>
                <a:latin typeface="Arial (Body)"/>
                <a:cs typeface="Arial" pitchFamily="34" charset="0"/>
              </a:endParaRPr>
            </a:p>
          </p:txBody>
        </p:sp>
        <p:sp>
          <p:nvSpPr>
            <p:cNvPr id="17" name="TextBox 16">
              <a:extLst>
                <a:ext uri="{FF2B5EF4-FFF2-40B4-BE49-F238E27FC236}">
                  <a16:creationId xmlns:a16="http://schemas.microsoft.com/office/drawing/2014/main" id="{64706308-961C-E94B-3381-FE30B264B0B0}"/>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solidFill>
                  <a:latin typeface="Arial (Body)"/>
                  <a:cs typeface="Arial" pitchFamily="34" charset="0"/>
                </a:rPr>
                <a:t>Kiến thức nền tảng</a:t>
              </a:r>
              <a:endParaRPr lang="en-GB" sz="2400" b="1">
                <a:solidFill>
                  <a:schemeClr val="bg1"/>
                </a:solidFill>
                <a:latin typeface="Arial (Body)"/>
                <a:cs typeface="Arial" pitchFamily="34" charset="0"/>
              </a:endParaRPr>
            </a:p>
          </p:txBody>
        </p:sp>
      </p:grpSp>
      <p:grpSp>
        <p:nvGrpSpPr>
          <p:cNvPr id="12" name="Group 11">
            <a:extLst>
              <a:ext uri="{FF2B5EF4-FFF2-40B4-BE49-F238E27FC236}">
                <a16:creationId xmlns:a16="http://schemas.microsoft.com/office/drawing/2014/main" id="{F8DC3E0E-B687-FAC8-33C4-5CE4BA8C6115}"/>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780E7C77-509E-437F-52C3-55EFFBC877B2}"/>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F8030C57-3A21-1D36-CF63-BBE7976793EA}"/>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FC4C04AD-8C2D-D7C4-C6B0-5F010383651B}"/>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70514018-7F55-B415-BB22-30B005F10C8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9A36A9B4-2EF5-D9DA-A8D8-4EEF7E67C3D1}"/>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46781FBE-4DFE-639A-0916-15D74841730B}"/>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6C630B8C-93A6-41E9-EA9D-C94E3F2BB061}"/>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D84345BE-1859-D880-E883-3FA5457A26B5}"/>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3212022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B4113C-CE0C-15F8-9952-A90E78A7194F}"/>
              </a:ext>
            </a:extLst>
          </p:cNvPr>
          <p:cNvSpPr>
            <a:spLocks noGrp="1"/>
          </p:cNvSpPr>
          <p:nvPr>
            <p:ph idx="1"/>
          </p:nvPr>
        </p:nvSpPr>
        <p:spPr/>
        <p:txBody>
          <a:bodyPr/>
          <a:lstStyle/>
          <a:p>
            <a:pPr marL="0" indent="0">
              <a:buNone/>
            </a:pPr>
            <a:r>
              <a:rPr lang="en-US"/>
              <a:t>Học sâu (Deep learning): Sử dụng các mạng nơ-ron nhân tạo </a:t>
            </a:r>
            <a:r>
              <a:rPr lang="en-US" i="1"/>
              <a:t>có nhiều lớp</a:t>
            </a:r>
            <a:r>
              <a:rPr lang="en-US"/>
              <a:t>. </a:t>
            </a:r>
          </a:p>
          <a:p>
            <a:pPr>
              <a:buFontTx/>
              <a:buChar char="-"/>
            </a:pPr>
            <a:r>
              <a:rPr lang="en-US"/>
              <a:t>Mô phỏng cách bộ não tư duy: Các nút nơ ron kết nối với nhau và được tổ chức thành các lớp → cho phép học các biểu diễn cũng như đặc trưng của dữ liệu ở nhiều mức độ trừu tượng khác nhau</a:t>
            </a:r>
          </a:p>
          <a:p>
            <a:pPr>
              <a:buFontTx/>
              <a:buChar char="-"/>
            </a:pPr>
            <a:r>
              <a:rPr lang="en-US"/>
              <a:t>Các nút thường sử dụng hàm kích hoạt phi tuyến → khắc phục hạn chế của các mô hình tuyến tính, hạn chế trích xuất đặc trưng thủ công</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a:buFontTx/>
              <a:buChar char="-"/>
            </a:pPr>
            <a:r>
              <a:rPr lang="en-US"/>
              <a:t>Có thể áp dụng được trong cả bài toán hồi quy hoặc phân loại</a:t>
            </a:r>
          </a:p>
          <a:p>
            <a:pPr>
              <a:buFontTx/>
              <a:buChar char="-"/>
            </a:pPr>
            <a:endParaRPr lang="en-GB"/>
          </a:p>
        </p:txBody>
      </p:sp>
      <p:sp>
        <p:nvSpPr>
          <p:cNvPr id="3" name="Title 2">
            <a:extLst>
              <a:ext uri="{FF2B5EF4-FFF2-40B4-BE49-F238E27FC236}">
                <a16:creationId xmlns:a16="http://schemas.microsoft.com/office/drawing/2014/main" id="{05FC9539-3D7C-72D4-4A92-A68453175DC9}"/>
              </a:ext>
            </a:extLst>
          </p:cNvPr>
          <p:cNvSpPr>
            <a:spLocks noGrp="1"/>
          </p:cNvSpPr>
          <p:nvPr>
            <p:ph type="title"/>
          </p:nvPr>
        </p:nvSpPr>
        <p:spPr/>
        <p:txBody>
          <a:bodyPr/>
          <a:lstStyle/>
          <a:p>
            <a:r>
              <a:rPr lang="en-US"/>
              <a:t>KIẾN THỨC NỀN TẢNG</a:t>
            </a:r>
            <a:endParaRPr lang="en-GB"/>
          </a:p>
        </p:txBody>
      </p:sp>
      <p:grpSp>
        <p:nvGrpSpPr>
          <p:cNvPr id="6" name="Group 5">
            <a:extLst>
              <a:ext uri="{FF2B5EF4-FFF2-40B4-BE49-F238E27FC236}">
                <a16:creationId xmlns:a16="http://schemas.microsoft.com/office/drawing/2014/main" id="{50EB1A2A-67D0-240D-1337-0FEF98FC9D70}"/>
              </a:ext>
            </a:extLst>
          </p:cNvPr>
          <p:cNvGrpSpPr/>
          <p:nvPr/>
        </p:nvGrpSpPr>
        <p:grpSpPr>
          <a:xfrm>
            <a:off x="2348497" y="3050723"/>
            <a:ext cx="7007641" cy="2514600"/>
            <a:chOff x="1902406" y="2881758"/>
            <a:chExt cx="7007641" cy="2514600"/>
          </a:xfrm>
        </p:grpSpPr>
        <p:pic>
          <p:nvPicPr>
            <p:cNvPr id="4" name="Picture 3" descr="Image of a neural network showing input, hidden, and output layers">
              <a:extLst>
                <a:ext uri="{FF2B5EF4-FFF2-40B4-BE49-F238E27FC236}">
                  <a16:creationId xmlns:a16="http://schemas.microsoft.com/office/drawing/2014/main" id="{86FE8775-8B3B-3C79-F416-028B83A7B36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2406" y="2881758"/>
              <a:ext cx="3020060" cy="2514600"/>
            </a:xfrm>
            <a:prstGeom prst="rect">
              <a:avLst/>
            </a:prstGeom>
            <a:noFill/>
            <a:ln>
              <a:noFill/>
            </a:ln>
          </p:spPr>
        </p:pic>
        <p:pic>
          <p:nvPicPr>
            <p:cNvPr id="5" name="Picture 4" descr="A graph of a line&#10;&#10;AI-generated content may be incorrect.">
              <a:extLst>
                <a:ext uri="{FF2B5EF4-FFF2-40B4-BE49-F238E27FC236}">
                  <a16:creationId xmlns:a16="http://schemas.microsoft.com/office/drawing/2014/main" id="{931DA96F-61D4-59F3-E318-A951B970713B}"/>
                </a:ext>
              </a:extLst>
            </p:cNvPr>
            <p:cNvPicPr>
              <a:picLocks noChangeAspect="1"/>
            </p:cNvPicPr>
            <p:nvPr/>
          </p:nvPicPr>
          <p:blipFill>
            <a:blip r:embed="rId3"/>
            <a:stretch>
              <a:fillRect/>
            </a:stretch>
          </p:blipFill>
          <p:spPr>
            <a:xfrm>
              <a:off x="5973838" y="2881758"/>
              <a:ext cx="2936209" cy="2514600"/>
            </a:xfrm>
            <a:prstGeom prst="rect">
              <a:avLst/>
            </a:prstGeom>
          </p:spPr>
        </p:pic>
      </p:grpSp>
    </p:spTree>
    <p:extLst>
      <p:ext uri="{BB962C8B-B14F-4D97-AF65-F5344CB8AC3E}">
        <p14:creationId xmlns:p14="http://schemas.microsoft.com/office/powerpoint/2010/main" val="342370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B5BF-1E44-BE74-BBDF-5042C57DF2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C7AED1-3B80-D365-A677-36CEF8CD0F37}"/>
              </a:ext>
            </a:extLst>
          </p:cNvPr>
          <p:cNvSpPr>
            <a:spLocks noGrp="1"/>
          </p:cNvSpPr>
          <p:nvPr>
            <p:ph idx="1"/>
          </p:nvPr>
        </p:nvSpPr>
        <p:spPr/>
        <p:txBody>
          <a:bodyPr/>
          <a:lstStyle/>
          <a:p>
            <a:pPr marL="0" indent="0">
              <a:buNone/>
            </a:pPr>
            <a:r>
              <a:rPr lang="en-US"/>
              <a:t>Mạng nơ ron tích chập (Convolutional Neural Network – CNN): Kiến trúc học sâu chuyên biệt cho dữ liệu dạng lưới thay vì dạng chuỗi (véc tơ), giúp giữ lại được thông tin không gian. </a:t>
            </a:r>
          </a:p>
          <a:p>
            <a:pPr marL="0" indent="0">
              <a:buNone/>
            </a:pPr>
            <a:r>
              <a:rPr lang="en-US"/>
              <a:t>Các lớp trong mạng CNN:</a:t>
            </a:r>
          </a:p>
          <a:p>
            <a:pPr>
              <a:buFontTx/>
              <a:buChar char="-"/>
            </a:pPr>
            <a:r>
              <a:rPr lang="en-US"/>
              <a:t>Lớp Tích chập (Convolutional Layer): Trượt các bộ lọc (filters/kernels) trên ảnh để trích xuất đặc trưng (cạnh/góc/hoa văn…)</a:t>
            </a:r>
          </a:p>
          <a:p>
            <a:pPr>
              <a:buFontTx/>
              <a:buChar char="-"/>
            </a:pPr>
            <a:r>
              <a:rPr lang="en-US"/>
              <a:t>Lớp Gộp (Pooling Layer): Giảm độ nhạy với những biến đổi nhỏ trong ảnh đầu vào</a:t>
            </a:r>
          </a:p>
          <a:p>
            <a:pPr>
              <a:buFontTx/>
              <a:buChar char="-"/>
            </a:pPr>
            <a:r>
              <a:rPr lang="en-US"/>
              <a:t>Lớp Kết nối đầy đủ (Fully Connected Layer): Chuyển về véc tơ nhằm phân loại dựa trên các đặc trưng đã trích xuất</a:t>
            </a:r>
            <a:endParaRPr lang="en-GB"/>
          </a:p>
        </p:txBody>
      </p:sp>
      <p:sp>
        <p:nvSpPr>
          <p:cNvPr id="3" name="Title 2">
            <a:extLst>
              <a:ext uri="{FF2B5EF4-FFF2-40B4-BE49-F238E27FC236}">
                <a16:creationId xmlns:a16="http://schemas.microsoft.com/office/drawing/2014/main" id="{0477B114-B2C9-B708-65EC-6ED36B9B004C}"/>
              </a:ext>
            </a:extLst>
          </p:cNvPr>
          <p:cNvSpPr>
            <a:spLocks noGrp="1"/>
          </p:cNvSpPr>
          <p:nvPr>
            <p:ph type="title"/>
          </p:nvPr>
        </p:nvSpPr>
        <p:spPr/>
        <p:txBody>
          <a:bodyPr/>
          <a:lstStyle/>
          <a:p>
            <a:r>
              <a:rPr lang="en-US"/>
              <a:t>KIẾN THỨC NỀN TẢNG</a:t>
            </a:r>
            <a:endParaRPr lang="en-GB"/>
          </a:p>
        </p:txBody>
      </p:sp>
      <p:pic>
        <p:nvPicPr>
          <p:cNvPr id="2050" name="Picture 2" descr="Simple CNN using PyTorch. This article ...">
            <a:extLst>
              <a:ext uri="{FF2B5EF4-FFF2-40B4-BE49-F238E27FC236}">
                <a16:creationId xmlns:a16="http://schemas.microsoft.com/office/drawing/2014/main" id="{3CBB8B07-318B-FB78-35BA-CA572443B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1728" y="3923025"/>
            <a:ext cx="5748544" cy="2365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97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1A68-08C9-1BBD-2A6F-29E2B009C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B7A298-9D17-7A72-415B-4109DE77C3CB}"/>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37BA484B-0A94-AC66-E0D3-67B461692C44}"/>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71E489C3-7F17-4C29-49DB-68202DC5771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FDC9C7F8-BADD-F274-B373-C2A557879412}"/>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F024FAEF-5AC0-1897-90FB-CF4DD223FDC7}"/>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370D0BE1-8C6C-5895-604B-3BDB49FD114A}"/>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03</a:t>
              </a:r>
              <a:endParaRPr lang="ko-KR" altLang="en-US" sz="3600" b="1">
                <a:solidFill>
                  <a:schemeClr val="bg1"/>
                </a:solidFill>
                <a:latin typeface="Arial (Body)"/>
                <a:cs typeface="Arial" pitchFamily="34" charset="0"/>
              </a:endParaRPr>
            </a:p>
          </p:txBody>
        </p:sp>
        <p:sp>
          <p:nvSpPr>
            <p:cNvPr id="20" name="TextBox 19">
              <a:extLst>
                <a:ext uri="{FF2B5EF4-FFF2-40B4-BE49-F238E27FC236}">
                  <a16:creationId xmlns:a16="http://schemas.microsoft.com/office/drawing/2014/main" id="{578C4550-825D-CD25-1AEB-054C21CBA99A}"/>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Thực nghiệm</a:t>
              </a:r>
              <a:endParaRPr lang="ko-KR" altLang="en-US" sz="2400" b="1">
                <a:solidFill>
                  <a:schemeClr val="bg1"/>
                </a:solidFill>
                <a:latin typeface="Arial (Body)"/>
                <a:cs typeface="Arial" pitchFamily="34" charset="0"/>
              </a:endParaRPr>
            </a:p>
          </p:txBody>
        </p:sp>
      </p:grpSp>
      <p:grpSp>
        <p:nvGrpSpPr>
          <p:cNvPr id="22" name="Group 21">
            <a:extLst>
              <a:ext uri="{FF2B5EF4-FFF2-40B4-BE49-F238E27FC236}">
                <a16:creationId xmlns:a16="http://schemas.microsoft.com/office/drawing/2014/main" id="{3CE0FA48-CAC0-E9B2-F814-A30FF43C1762}"/>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4C41DB98-C410-731C-AAD6-A9484693E57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5206156D-C9AF-0420-50AE-D89F70488078}"/>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064FF8B0-AF95-BAFC-10AC-825C4CF4DA5C}"/>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6ED8CF8C-5C43-56D1-1486-2B000D34C27A}"/>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84AC1319-9462-5549-6CEE-2F7C6C313FE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968619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13BE-771F-5CFD-256B-FE1205F5D4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90331B-AD95-EC86-750A-6C9A51A9ECD9}"/>
              </a:ext>
            </a:extLst>
          </p:cNvPr>
          <p:cNvSpPr>
            <a:spLocks noGrp="1"/>
          </p:cNvSpPr>
          <p:nvPr>
            <p:ph idx="1"/>
          </p:nvPr>
        </p:nvSpPr>
        <p:spPr/>
        <p:txBody>
          <a:bodyPr/>
          <a:lstStyle/>
          <a:p>
            <a:pPr marL="0" indent="0">
              <a:buNone/>
            </a:pPr>
            <a:r>
              <a:rPr lang="en-US"/>
              <a:t>Chuẩn hóa dữ liệu:</a:t>
            </a:r>
          </a:p>
          <a:p>
            <a:pPr>
              <a:buFontTx/>
              <a:buChar char="-"/>
            </a:pPr>
            <a:r>
              <a:rPr lang="en-US"/>
              <a:t>Tăng cường ảnh:</a:t>
            </a:r>
          </a:p>
          <a:p>
            <a:pPr lvl="1">
              <a:buFontTx/>
              <a:buChar char="-"/>
            </a:pPr>
            <a:r>
              <a:rPr lang="vi-VN"/>
              <a:t>Lật ngẫu nhiên: Lật ngang với xác suất 50%.</a:t>
            </a:r>
            <a:endParaRPr lang="en-US"/>
          </a:p>
          <a:p>
            <a:pPr lvl="1">
              <a:buFontTx/>
              <a:buChar char="-"/>
            </a:pPr>
            <a:r>
              <a:rPr lang="vi-VN"/>
              <a:t>Xoay ngẫu nhiên: Trong khoảng ±15 độ.</a:t>
            </a:r>
            <a:endParaRPr lang="en-US"/>
          </a:p>
          <a:p>
            <a:pPr lvl="1">
              <a:buFontTx/>
              <a:buChar char="-"/>
            </a:pPr>
            <a:r>
              <a:rPr lang="vi-VN"/>
              <a:t>Biến đổi màu sắc (Color Jitter): Thay đổi nhẹ độ sáng, tương phản, bão hòa và sắc độ.</a:t>
            </a:r>
            <a:endParaRPr lang="en-US"/>
          </a:p>
          <a:p>
            <a:pPr lvl="1">
              <a:buFontTx/>
              <a:buChar char="-"/>
            </a:pPr>
            <a:r>
              <a:rPr lang="vi-VN"/>
              <a:t>Làm mờ (Gaussian Blur): Giúp mô hình chống chịu với nhiễu ảnh nhẹ.</a:t>
            </a:r>
          </a:p>
          <a:p>
            <a:pPr>
              <a:buFontTx/>
              <a:buChar char="-"/>
            </a:pPr>
            <a:r>
              <a:rPr lang="en-US"/>
              <a:t>Tiền xử lý: Làm chuẩn các giá trị màu về [0, 1] – Kích cỡ tùy thuộc mô hình thực nghiệm</a:t>
            </a:r>
          </a:p>
          <a:p>
            <a:pPr>
              <a:buFontTx/>
              <a:buChar char="-"/>
            </a:pPr>
            <a:endParaRPr lang="en-GB"/>
          </a:p>
        </p:txBody>
      </p:sp>
      <p:sp>
        <p:nvSpPr>
          <p:cNvPr id="3" name="Title 2">
            <a:extLst>
              <a:ext uri="{FF2B5EF4-FFF2-40B4-BE49-F238E27FC236}">
                <a16:creationId xmlns:a16="http://schemas.microsoft.com/office/drawing/2014/main" id="{C12F6014-5536-60FC-F0C0-2AA8C571FDCA}"/>
              </a:ext>
            </a:extLst>
          </p:cNvPr>
          <p:cNvSpPr>
            <a:spLocks noGrp="1"/>
          </p:cNvSpPr>
          <p:nvPr>
            <p:ph type="title"/>
          </p:nvPr>
        </p:nvSpPr>
        <p:spPr/>
        <p:txBody>
          <a:bodyPr/>
          <a:lstStyle/>
          <a:p>
            <a:r>
              <a:rPr lang="en-US"/>
              <a:t>THỰC NGHIỆM</a:t>
            </a:r>
            <a:endParaRPr lang="en-GB"/>
          </a:p>
        </p:txBody>
      </p:sp>
      <p:pic>
        <p:nvPicPr>
          <p:cNvPr id="9" name="Picture 8">
            <a:extLst>
              <a:ext uri="{FF2B5EF4-FFF2-40B4-BE49-F238E27FC236}">
                <a16:creationId xmlns:a16="http://schemas.microsoft.com/office/drawing/2014/main" id="{34167FF9-9040-8673-CC4A-711DFEF95C20}"/>
              </a:ext>
            </a:extLst>
          </p:cNvPr>
          <p:cNvPicPr>
            <a:picLocks noChangeAspect="1"/>
          </p:cNvPicPr>
          <p:nvPr/>
        </p:nvPicPr>
        <p:blipFill>
          <a:blip r:embed="rId2"/>
          <a:stretch>
            <a:fillRect/>
          </a:stretch>
        </p:blipFill>
        <p:spPr>
          <a:xfrm>
            <a:off x="417915" y="4277341"/>
            <a:ext cx="11356170" cy="1815463"/>
          </a:xfrm>
          <a:prstGeom prst="rect">
            <a:avLst/>
          </a:prstGeom>
        </p:spPr>
      </p:pic>
    </p:spTree>
    <p:extLst>
      <p:ext uri="{BB962C8B-B14F-4D97-AF65-F5344CB8AC3E}">
        <p14:creationId xmlns:p14="http://schemas.microsoft.com/office/powerpoint/2010/main" val="180012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FC84EE-E677-6051-4711-E9532502CAD1}"/>
              </a:ext>
            </a:extLst>
          </p:cNvPr>
          <p:cNvSpPr>
            <a:spLocks noGrp="1"/>
          </p:cNvSpPr>
          <p:nvPr>
            <p:ph idx="1"/>
          </p:nvPr>
        </p:nvSpPr>
        <p:spPr/>
        <p:txBody>
          <a:bodyPr/>
          <a:lstStyle/>
          <a:p>
            <a:pPr marL="0" indent="0">
              <a:buNone/>
            </a:pPr>
            <a:r>
              <a:rPr lang="en-US"/>
              <a:t>Các mô hình sử dụng</a:t>
            </a:r>
          </a:p>
          <a:p>
            <a:pPr>
              <a:buFontTx/>
              <a:buChar char="-"/>
            </a:pPr>
            <a:r>
              <a:rPr lang="en-US"/>
              <a:t>Huấn luyện từ đầu: Mô hình CNN đơn giản</a:t>
            </a:r>
          </a:p>
          <a:p>
            <a:pPr>
              <a:buFontTx/>
              <a:buChar char="-"/>
            </a:pPr>
            <a:r>
              <a:rPr lang="en-US"/>
              <a:t>Tinh chỉnh từ mô hình đã huấn luyện:</a:t>
            </a:r>
          </a:p>
          <a:p>
            <a:pPr lvl="1">
              <a:buFontTx/>
              <a:buChar char="-"/>
            </a:pPr>
            <a:r>
              <a:rPr lang="en-US"/>
              <a:t>ResNet (Residual network)</a:t>
            </a:r>
          </a:p>
          <a:p>
            <a:pPr lvl="1">
              <a:buFontTx/>
              <a:buChar char="-"/>
            </a:pPr>
            <a:r>
              <a:rPr lang="en-US"/>
              <a:t>DenseNet (Densely connected network) 169 và 121 lớp</a:t>
            </a:r>
          </a:p>
          <a:p>
            <a:pPr lvl="1">
              <a:buFontTx/>
              <a:buChar char="-"/>
            </a:pPr>
            <a:r>
              <a:rPr lang="en-US">
                <a:highlight>
                  <a:srgbClr val="FFFF00"/>
                </a:highlight>
              </a:rPr>
              <a:t>ViT (Vision Transformer) 16</a:t>
            </a:r>
          </a:p>
          <a:p>
            <a:pPr lvl="1">
              <a:buFontTx/>
              <a:buChar char="-"/>
            </a:pPr>
            <a:endParaRPr lang="en-US"/>
          </a:p>
          <a:p>
            <a:pPr lvl="1">
              <a:buFontTx/>
              <a:buChar char="-"/>
            </a:pPr>
            <a:endParaRPr lang="en-US"/>
          </a:p>
          <a:p>
            <a:pPr>
              <a:buFontTx/>
              <a:buChar char="-"/>
            </a:pPr>
            <a:endParaRPr lang="en-GB"/>
          </a:p>
        </p:txBody>
      </p:sp>
      <p:sp>
        <p:nvSpPr>
          <p:cNvPr id="3" name="Title 2">
            <a:extLst>
              <a:ext uri="{FF2B5EF4-FFF2-40B4-BE49-F238E27FC236}">
                <a16:creationId xmlns:a16="http://schemas.microsoft.com/office/drawing/2014/main" id="{80651E2A-A6EC-98FE-32A7-937A7F48B0DC}"/>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4235459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03DBF6-D739-980A-0736-6544BC5EAA29}"/>
              </a:ext>
            </a:extLst>
          </p:cNvPr>
          <p:cNvSpPr>
            <a:spLocks noGrp="1"/>
          </p:cNvSpPr>
          <p:nvPr>
            <p:ph idx="1"/>
          </p:nvPr>
        </p:nvSpPr>
        <p:spPr/>
        <p:txBody>
          <a:bodyPr/>
          <a:lstStyle/>
          <a:p>
            <a:pPr marL="0" indent="0">
              <a:buNone/>
            </a:pPr>
            <a:r>
              <a:rPr lang="en-US" b="1"/>
              <a:t>Mô hình CNN đơn giản: </a:t>
            </a:r>
            <a:r>
              <a:rPr lang="en-US"/>
              <a:t>Kiến trúc</a:t>
            </a:r>
          </a:p>
          <a:p>
            <a:pPr marL="0" indent="0">
              <a:buNone/>
            </a:pPr>
            <a:endParaRPr lang="en-GB"/>
          </a:p>
        </p:txBody>
      </p:sp>
      <p:sp>
        <p:nvSpPr>
          <p:cNvPr id="3" name="Title 2">
            <a:extLst>
              <a:ext uri="{FF2B5EF4-FFF2-40B4-BE49-F238E27FC236}">
                <a16:creationId xmlns:a16="http://schemas.microsoft.com/office/drawing/2014/main" id="{17C98674-7C33-B0A6-9A20-7EDAC577388B}"/>
              </a:ext>
            </a:extLst>
          </p:cNvPr>
          <p:cNvSpPr>
            <a:spLocks noGrp="1"/>
          </p:cNvSpPr>
          <p:nvPr>
            <p:ph type="title"/>
          </p:nvPr>
        </p:nvSpPr>
        <p:spPr/>
        <p:txBody>
          <a:bodyPr/>
          <a:lstStyle/>
          <a:p>
            <a:r>
              <a:rPr lang="en-US"/>
              <a:t>THỰC NGHIỆM</a:t>
            </a:r>
            <a:endParaRPr lang="en-GB"/>
          </a:p>
        </p:txBody>
      </p:sp>
      <p:grpSp>
        <p:nvGrpSpPr>
          <p:cNvPr id="75" name="Group 74">
            <a:extLst>
              <a:ext uri="{FF2B5EF4-FFF2-40B4-BE49-F238E27FC236}">
                <a16:creationId xmlns:a16="http://schemas.microsoft.com/office/drawing/2014/main" id="{4451BEF4-CE06-DA63-9CD4-E18310DED8A9}"/>
              </a:ext>
            </a:extLst>
          </p:cNvPr>
          <p:cNvGrpSpPr/>
          <p:nvPr/>
        </p:nvGrpSpPr>
        <p:grpSpPr>
          <a:xfrm>
            <a:off x="667121" y="2593075"/>
            <a:ext cx="1208687" cy="1213947"/>
            <a:chOff x="748867" y="2215053"/>
            <a:chExt cx="1208687" cy="1213947"/>
          </a:xfrm>
        </p:grpSpPr>
        <p:sp>
          <p:nvSpPr>
            <p:cNvPr id="6" name="Rectangle 5">
              <a:extLst>
                <a:ext uri="{FF2B5EF4-FFF2-40B4-BE49-F238E27FC236}">
                  <a16:creationId xmlns:a16="http://schemas.microsoft.com/office/drawing/2014/main" id="{B3BC7E07-C428-14FF-3FC0-0E719073FE7E}"/>
                </a:ext>
              </a:extLst>
            </p:cNvPr>
            <p:cNvSpPr/>
            <p:nvPr/>
          </p:nvSpPr>
          <p:spPr>
            <a:xfrm>
              <a:off x="748867" y="221505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CE58C24-4009-3E86-F68E-04429BD26A16}"/>
                </a:ext>
              </a:extLst>
            </p:cNvPr>
            <p:cNvSpPr/>
            <p:nvPr/>
          </p:nvSpPr>
          <p:spPr>
            <a:xfrm>
              <a:off x="822438" y="229125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F02B709-E0B6-0465-8185-EDC08B29F4DF}"/>
                </a:ext>
              </a:extLst>
            </p:cNvPr>
            <p:cNvSpPr/>
            <p:nvPr/>
          </p:nvSpPr>
          <p:spPr>
            <a:xfrm>
              <a:off x="896009" y="2367455"/>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4" name="Group 73">
            <a:extLst>
              <a:ext uri="{FF2B5EF4-FFF2-40B4-BE49-F238E27FC236}">
                <a16:creationId xmlns:a16="http://schemas.microsoft.com/office/drawing/2014/main" id="{A69D6E27-443F-F209-1F82-72EBD2BA2F81}"/>
              </a:ext>
            </a:extLst>
          </p:cNvPr>
          <p:cNvGrpSpPr/>
          <p:nvPr/>
        </p:nvGrpSpPr>
        <p:grpSpPr>
          <a:xfrm>
            <a:off x="2388220" y="2472206"/>
            <a:ext cx="1445170" cy="1455685"/>
            <a:chOff x="2644017" y="2215053"/>
            <a:chExt cx="1445170" cy="1455685"/>
          </a:xfrm>
        </p:grpSpPr>
        <p:sp>
          <p:nvSpPr>
            <p:cNvPr id="21" name="Rectangle 20">
              <a:extLst>
                <a:ext uri="{FF2B5EF4-FFF2-40B4-BE49-F238E27FC236}">
                  <a16:creationId xmlns:a16="http://schemas.microsoft.com/office/drawing/2014/main" id="{919C1A6C-C6A4-8E1C-D067-E5F5A13F7984}"/>
                </a:ext>
              </a:extLst>
            </p:cNvPr>
            <p:cNvSpPr/>
            <p:nvPr/>
          </p:nvSpPr>
          <p:spPr>
            <a:xfrm>
              <a:off x="2644017" y="221505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62C50CA-92D1-A69D-238E-718441852207}"/>
                </a:ext>
              </a:extLst>
            </p:cNvPr>
            <p:cNvSpPr/>
            <p:nvPr/>
          </p:nvSpPr>
          <p:spPr>
            <a:xfrm>
              <a:off x="2720742" y="2293881"/>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38492CF-1DE6-2CC7-85D2-E66C5D682E2F}"/>
                </a:ext>
              </a:extLst>
            </p:cNvPr>
            <p:cNvSpPr/>
            <p:nvPr/>
          </p:nvSpPr>
          <p:spPr>
            <a:xfrm>
              <a:off x="2797467" y="2372709"/>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51A1F741-74A5-30E3-C600-4AA17F83A044}"/>
                </a:ext>
              </a:extLst>
            </p:cNvPr>
            <p:cNvSpPr/>
            <p:nvPr/>
          </p:nvSpPr>
          <p:spPr>
            <a:xfrm>
              <a:off x="2874192" y="2451537"/>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CFC1D22A-7DD5-A004-1EA6-E1150C0A2463}"/>
                </a:ext>
              </a:extLst>
            </p:cNvPr>
            <p:cNvSpPr/>
            <p:nvPr/>
          </p:nvSpPr>
          <p:spPr>
            <a:xfrm>
              <a:off x="2950917" y="2530365"/>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B87EBBFE-65FA-ABB4-D6E9-86F357474FD8}"/>
                </a:ext>
              </a:extLst>
            </p:cNvPr>
            <p:cNvSpPr/>
            <p:nvPr/>
          </p:nvSpPr>
          <p:spPr>
            <a:xfrm>
              <a:off x="3027642" y="260919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3" name="Group 72">
            <a:extLst>
              <a:ext uri="{FF2B5EF4-FFF2-40B4-BE49-F238E27FC236}">
                <a16:creationId xmlns:a16="http://schemas.microsoft.com/office/drawing/2014/main" id="{39565F16-5334-CB66-EDAB-34B8DBA55E82}"/>
              </a:ext>
            </a:extLst>
          </p:cNvPr>
          <p:cNvGrpSpPr/>
          <p:nvPr/>
        </p:nvGrpSpPr>
        <p:grpSpPr>
          <a:xfrm>
            <a:off x="4351029" y="2609069"/>
            <a:ext cx="1191342" cy="1181958"/>
            <a:chOff x="4572593" y="2201918"/>
            <a:chExt cx="1938662" cy="1923391"/>
          </a:xfrm>
        </p:grpSpPr>
        <p:sp>
          <p:nvSpPr>
            <p:cNvPr id="36" name="Rectangle 35">
              <a:extLst>
                <a:ext uri="{FF2B5EF4-FFF2-40B4-BE49-F238E27FC236}">
                  <a16:creationId xmlns:a16="http://schemas.microsoft.com/office/drawing/2014/main" id="{6FCE3DE5-1A3A-2F7A-313F-1C7602A1CA4F}"/>
                </a:ext>
              </a:extLst>
            </p:cNvPr>
            <p:cNvSpPr/>
            <p:nvPr/>
          </p:nvSpPr>
          <p:spPr>
            <a:xfrm>
              <a:off x="4572593" y="22019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3BD1CCC9-4C83-F1AC-B6C1-9F522FE1134A}"/>
                </a:ext>
              </a:extLst>
            </p:cNvPr>
            <p:cNvSpPr/>
            <p:nvPr/>
          </p:nvSpPr>
          <p:spPr>
            <a:xfrm>
              <a:off x="4652331" y="22802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A458380C-8512-2859-4283-88AB8CE69A84}"/>
                </a:ext>
              </a:extLst>
            </p:cNvPr>
            <p:cNvSpPr/>
            <p:nvPr/>
          </p:nvSpPr>
          <p:spPr>
            <a:xfrm>
              <a:off x="4732069" y="23586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897DC0B5-CD72-373A-260B-3927363303EC}"/>
                </a:ext>
              </a:extLst>
            </p:cNvPr>
            <p:cNvSpPr/>
            <p:nvPr/>
          </p:nvSpPr>
          <p:spPr>
            <a:xfrm>
              <a:off x="4811807" y="24369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0A8BC959-6BE4-BD81-CF0E-703A8D8CE94D}"/>
                </a:ext>
              </a:extLst>
            </p:cNvPr>
            <p:cNvSpPr/>
            <p:nvPr/>
          </p:nvSpPr>
          <p:spPr>
            <a:xfrm>
              <a:off x="4891545" y="25153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2571FCDA-0908-AAFB-E18D-2AAF74CBA366}"/>
                </a:ext>
              </a:extLst>
            </p:cNvPr>
            <p:cNvSpPr/>
            <p:nvPr/>
          </p:nvSpPr>
          <p:spPr>
            <a:xfrm>
              <a:off x="4971283" y="25936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4EE45A6B-4C7E-C884-1E58-1570B6B02B78}"/>
                </a:ext>
              </a:extLst>
            </p:cNvPr>
            <p:cNvSpPr/>
            <p:nvPr/>
          </p:nvSpPr>
          <p:spPr>
            <a:xfrm>
              <a:off x="5051021" y="26720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24166B1D-7F74-C7F8-F507-E8F836D10146}"/>
                </a:ext>
              </a:extLst>
            </p:cNvPr>
            <p:cNvSpPr/>
            <p:nvPr/>
          </p:nvSpPr>
          <p:spPr>
            <a:xfrm>
              <a:off x="5130759" y="27503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8F7BA24F-BE7B-A63F-BE10-5134B95CBA5B}"/>
                </a:ext>
              </a:extLst>
            </p:cNvPr>
            <p:cNvSpPr/>
            <p:nvPr/>
          </p:nvSpPr>
          <p:spPr>
            <a:xfrm>
              <a:off x="5210497" y="28287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4D623A15-2D4F-F9B0-A3FB-D9D5B6169238}"/>
                </a:ext>
              </a:extLst>
            </p:cNvPr>
            <p:cNvSpPr/>
            <p:nvPr/>
          </p:nvSpPr>
          <p:spPr>
            <a:xfrm>
              <a:off x="5290235" y="29070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94CBB683-6B56-2C7E-72D7-6FAF3F73F70F}"/>
                </a:ext>
              </a:extLst>
            </p:cNvPr>
            <p:cNvSpPr/>
            <p:nvPr/>
          </p:nvSpPr>
          <p:spPr>
            <a:xfrm>
              <a:off x="5369973" y="29854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3EC6D8DB-5FA5-792D-2BAD-E7597EE3F0FC}"/>
                </a:ext>
              </a:extLst>
            </p:cNvPr>
            <p:cNvSpPr/>
            <p:nvPr/>
          </p:nvSpPr>
          <p:spPr>
            <a:xfrm>
              <a:off x="5449710" y="306376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 name="Group 71">
            <a:extLst>
              <a:ext uri="{FF2B5EF4-FFF2-40B4-BE49-F238E27FC236}">
                <a16:creationId xmlns:a16="http://schemas.microsoft.com/office/drawing/2014/main" id="{2998AF50-A0D4-661F-8DEF-062CC952D824}"/>
              </a:ext>
            </a:extLst>
          </p:cNvPr>
          <p:cNvGrpSpPr/>
          <p:nvPr/>
        </p:nvGrpSpPr>
        <p:grpSpPr>
          <a:xfrm>
            <a:off x="6215066" y="2852135"/>
            <a:ext cx="700313" cy="695826"/>
            <a:chOff x="6777797" y="2112582"/>
            <a:chExt cx="2898399" cy="2879827"/>
          </a:xfrm>
        </p:grpSpPr>
        <p:sp>
          <p:nvSpPr>
            <p:cNvPr id="48" name="Rectangle 47">
              <a:extLst>
                <a:ext uri="{FF2B5EF4-FFF2-40B4-BE49-F238E27FC236}">
                  <a16:creationId xmlns:a16="http://schemas.microsoft.com/office/drawing/2014/main" id="{BBE08A1A-985A-F30E-74F9-8B308C673BFC}"/>
                </a:ext>
              </a:extLst>
            </p:cNvPr>
            <p:cNvSpPr/>
            <p:nvPr/>
          </p:nvSpPr>
          <p:spPr>
            <a:xfrm>
              <a:off x="6777797" y="211258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485D55E0-D73C-EAA2-A21B-BA04875671FF}"/>
                </a:ext>
              </a:extLst>
            </p:cNvPr>
            <p:cNvSpPr/>
            <p:nvPr/>
          </p:nvSpPr>
          <p:spPr>
            <a:xfrm>
              <a:off x="6857660" y="219163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338B9403-F72A-695A-DA63-C2FABBD7E47F}"/>
                </a:ext>
              </a:extLst>
            </p:cNvPr>
            <p:cNvSpPr/>
            <p:nvPr/>
          </p:nvSpPr>
          <p:spPr>
            <a:xfrm>
              <a:off x="6937523" y="227069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62A4BAF3-E6AB-4A2C-D6A8-11ABC9F8EEEF}"/>
                </a:ext>
              </a:extLst>
            </p:cNvPr>
            <p:cNvSpPr/>
            <p:nvPr/>
          </p:nvSpPr>
          <p:spPr>
            <a:xfrm>
              <a:off x="7017386" y="234975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27491785-737D-0D98-6EE5-44083669B71D}"/>
                </a:ext>
              </a:extLst>
            </p:cNvPr>
            <p:cNvSpPr/>
            <p:nvPr/>
          </p:nvSpPr>
          <p:spPr>
            <a:xfrm>
              <a:off x="7097249" y="242880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762FCE1F-1C25-027D-7E24-DA23AF4F8676}"/>
                </a:ext>
              </a:extLst>
            </p:cNvPr>
            <p:cNvSpPr/>
            <p:nvPr/>
          </p:nvSpPr>
          <p:spPr>
            <a:xfrm>
              <a:off x="7177112" y="250786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AA713C00-A185-184D-714A-F5200A329205}"/>
                </a:ext>
              </a:extLst>
            </p:cNvPr>
            <p:cNvSpPr/>
            <p:nvPr/>
          </p:nvSpPr>
          <p:spPr>
            <a:xfrm>
              <a:off x="7256975" y="25869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7F772D6A-50E0-0D55-A839-CC0B64A164BC}"/>
                </a:ext>
              </a:extLst>
            </p:cNvPr>
            <p:cNvSpPr/>
            <p:nvPr/>
          </p:nvSpPr>
          <p:spPr>
            <a:xfrm>
              <a:off x="7336839" y="2665974"/>
              <a:ext cx="1061544" cy="10615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4ACDDD54-2B57-BE25-2680-943831626776}"/>
                </a:ext>
              </a:extLst>
            </p:cNvPr>
            <p:cNvSpPr/>
            <p:nvPr/>
          </p:nvSpPr>
          <p:spPr>
            <a:xfrm>
              <a:off x="7416701" y="274503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30407F8D-13D9-0EF4-6035-64691D18B973}"/>
                </a:ext>
              </a:extLst>
            </p:cNvPr>
            <p:cNvSpPr/>
            <p:nvPr/>
          </p:nvSpPr>
          <p:spPr>
            <a:xfrm>
              <a:off x="7496564" y="282408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204E8668-9650-FA39-9C41-E2997E9F08F2}"/>
                </a:ext>
              </a:extLst>
            </p:cNvPr>
            <p:cNvSpPr/>
            <p:nvPr/>
          </p:nvSpPr>
          <p:spPr>
            <a:xfrm>
              <a:off x="7576427" y="290314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B2D4A4D6-861B-54C4-B94E-C69295F947F5}"/>
                </a:ext>
              </a:extLst>
            </p:cNvPr>
            <p:cNvSpPr/>
            <p:nvPr/>
          </p:nvSpPr>
          <p:spPr>
            <a:xfrm>
              <a:off x="7656290" y="298219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FACE85BE-BDF7-17CF-5191-A8F9267BB3FB}"/>
                </a:ext>
              </a:extLst>
            </p:cNvPr>
            <p:cNvSpPr/>
            <p:nvPr/>
          </p:nvSpPr>
          <p:spPr>
            <a:xfrm>
              <a:off x="7736153" y="306125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C29F0050-7D2A-4BFD-AAA5-46AFCA57873F}"/>
                </a:ext>
              </a:extLst>
            </p:cNvPr>
            <p:cNvSpPr/>
            <p:nvPr/>
          </p:nvSpPr>
          <p:spPr>
            <a:xfrm>
              <a:off x="7816016" y="314031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D2E41B7F-D6BC-D66E-ED5F-296D803D8DB8}"/>
                </a:ext>
              </a:extLst>
            </p:cNvPr>
            <p:cNvSpPr/>
            <p:nvPr/>
          </p:nvSpPr>
          <p:spPr>
            <a:xfrm>
              <a:off x="7895879" y="321936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DDCE94E6-A6A7-A07E-2451-C4BBDA3F292F}"/>
                </a:ext>
              </a:extLst>
            </p:cNvPr>
            <p:cNvSpPr/>
            <p:nvPr/>
          </p:nvSpPr>
          <p:spPr>
            <a:xfrm>
              <a:off x="7975742" y="329842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A7AD4BCB-781E-820A-63F0-C9DB9DF6EC06}"/>
                </a:ext>
              </a:extLst>
            </p:cNvPr>
            <p:cNvSpPr/>
            <p:nvPr/>
          </p:nvSpPr>
          <p:spPr>
            <a:xfrm>
              <a:off x="8055605" y="337747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26870085-0DC6-F7C0-20CE-D3E0B9861D4D}"/>
                </a:ext>
              </a:extLst>
            </p:cNvPr>
            <p:cNvSpPr/>
            <p:nvPr/>
          </p:nvSpPr>
          <p:spPr>
            <a:xfrm>
              <a:off x="8135468" y="345653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BCC36E4E-CC31-4177-CEBC-7CAF0DA4E9BC}"/>
                </a:ext>
              </a:extLst>
            </p:cNvPr>
            <p:cNvSpPr/>
            <p:nvPr/>
          </p:nvSpPr>
          <p:spPr>
            <a:xfrm>
              <a:off x="8215331" y="353559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F24C953F-F970-AFD3-CE7A-A37D86A3D2E3}"/>
                </a:ext>
              </a:extLst>
            </p:cNvPr>
            <p:cNvSpPr/>
            <p:nvPr/>
          </p:nvSpPr>
          <p:spPr>
            <a:xfrm>
              <a:off x="8295194" y="361464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6A3BFAA2-E9DD-C942-C0CC-4BF9172AC77C}"/>
                </a:ext>
              </a:extLst>
            </p:cNvPr>
            <p:cNvSpPr/>
            <p:nvPr/>
          </p:nvSpPr>
          <p:spPr>
            <a:xfrm>
              <a:off x="8375057" y="369370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7CEBB8E6-059A-EFDA-C189-D5C26AD16DF6}"/>
                </a:ext>
              </a:extLst>
            </p:cNvPr>
            <p:cNvSpPr/>
            <p:nvPr/>
          </p:nvSpPr>
          <p:spPr>
            <a:xfrm>
              <a:off x="8454920" y="377275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D409BDF4-FB4A-6DB8-9DE9-D54E55EAA3CD}"/>
                </a:ext>
              </a:extLst>
            </p:cNvPr>
            <p:cNvSpPr/>
            <p:nvPr/>
          </p:nvSpPr>
          <p:spPr>
            <a:xfrm>
              <a:off x="8534783" y="385181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891E694E-1097-78FD-363E-DABED38701DB}"/>
                </a:ext>
              </a:extLst>
            </p:cNvPr>
            <p:cNvSpPr/>
            <p:nvPr/>
          </p:nvSpPr>
          <p:spPr>
            <a:xfrm>
              <a:off x="8614652" y="3930865"/>
              <a:ext cx="1061544" cy="10615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5" name="Rectangle 114">
            <a:extLst>
              <a:ext uri="{FF2B5EF4-FFF2-40B4-BE49-F238E27FC236}">
                <a16:creationId xmlns:a16="http://schemas.microsoft.com/office/drawing/2014/main" id="{01132BFC-E6EA-CBB8-43A2-D11C2AD5459C}"/>
              </a:ext>
            </a:extLst>
          </p:cNvPr>
          <p:cNvSpPr/>
          <p:nvPr/>
        </p:nvSpPr>
        <p:spPr>
          <a:xfrm>
            <a:off x="9559246" y="1468469"/>
            <a:ext cx="103552" cy="34631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1" name="Group 140">
            <a:extLst>
              <a:ext uri="{FF2B5EF4-FFF2-40B4-BE49-F238E27FC236}">
                <a16:creationId xmlns:a16="http://schemas.microsoft.com/office/drawing/2014/main" id="{110537B8-598C-7F80-84B1-F9335BA45ECE}"/>
              </a:ext>
            </a:extLst>
          </p:cNvPr>
          <p:cNvGrpSpPr/>
          <p:nvPr/>
        </p:nvGrpSpPr>
        <p:grpSpPr>
          <a:xfrm>
            <a:off x="7845424" y="2850127"/>
            <a:ext cx="729170" cy="699842"/>
            <a:chOff x="8300692" y="3495639"/>
            <a:chExt cx="729170" cy="699842"/>
          </a:xfrm>
        </p:grpSpPr>
        <p:sp>
          <p:nvSpPr>
            <p:cNvPr id="116" name="Rectangle 115">
              <a:extLst>
                <a:ext uri="{FF2B5EF4-FFF2-40B4-BE49-F238E27FC236}">
                  <a16:creationId xmlns:a16="http://schemas.microsoft.com/office/drawing/2014/main" id="{AA979E67-980C-5F78-824B-9013E8BDE90D}"/>
                </a:ext>
              </a:extLst>
            </p:cNvPr>
            <p:cNvSpPr/>
            <p:nvPr/>
          </p:nvSpPr>
          <p:spPr>
            <a:xfrm>
              <a:off x="8300692" y="34956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Rectangle 116">
              <a:extLst>
                <a:ext uri="{FF2B5EF4-FFF2-40B4-BE49-F238E27FC236}">
                  <a16:creationId xmlns:a16="http://schemas.microsoft.com/office/drawing/2014/main" id="{5E773D94-A404-288B-6BF9-9F341B4566EA}"/>
                </a:ext>
              </a:extLst>
            </p:cNvPr>
            <p:cNvSpPr/>
            <p:nvPr/>
          </p:nvSpPr>
          <p:spPr>
            <a:xfrm>
              <a:off x="8327147" y="35208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Rectangle 117">
              <a:extLst>
                <a:ext uri="{FF2B5EF4-FFF2-40B4-BE49-F238E27FC236}">
                  <a16:creationId xmlns:a16="http://schemas.microsoft.com/office/drawing/2014/main" id="{6BA074D5-0232-2669-9382-FC4B8121EF8E}"/>
                </a:ext>
              </a:extLst>
            </p:cNvPr>
            <p:cNvSpPr/>
            <p:nvPr/>
          </p:nvSpPr>
          <p:spPr>
            <a:xfrm>
              <a:off x="8353602" y="35459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Rectangle 118">
              <a:extLst>
                <a:ext uri="{FF2B5EF4-FFF2-40B4-BE49-F238E27FC236}">
                  <a16:creationId xmlns:a16="http://schemas.microsoft.com/office/drawing/2014/main" id="{A7DD64F8-0266-E6C1-7616-DE768C1B961B}"/>
                </a:ext>
              </a:extLst>
            </p:cNvPr>
            <p:cNvSpPr/>
            <p:nvPr/>
          </p:nvSpPr>
          <p:spPr>
            <a:xfrm>
              <a:off x="8380057" y="35711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ectangle 119">
              <a:extLst>
                <a:ext uri="{FF2B5EF4-FFF2-40B4-BE49-F238E27FC236}">
                  <a16:creationId xmlns:a16="http://schemas.microsoft.com/office/drawing/2014/main" id="{1E1764CE-16FF-ECE1-D006-3AD9EA86599F}"/>
                </a:ext>
              </a:extLst>
            </p:cNvPr>
            <p:cNvSpPr/>
            <p:nvPr/>
          </p:nvSpPr>
          <p:spPr>
            <a:xfrm>
              <a:off x="8406512" y="35963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extLst>
                <a:ext uri="{FF2B5EF4-FFF2-40B4-BE49-F238E27FC236}">
                  <a16:creationId xmlns:a16="http://schemas.microsoft.com/office/drawing/2014/main" id="{7EF98D1A-09A2-7386-9A7E-0C99EB779C01}"/>
                </a:ext>
              </a:extLst>
            </p:cNvPr>
            <p:cNvSpPr/>
            <p:nvPr/>
          </p:nvSpPr>
          <p:spPr>
            <a:xfrm>
              <a:off x="8432967" y="36215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ectangle 121">
              <a:extLst>
                <a:ext uri="{FF2B5EF4-FFF2-40B4-BE49-F238E27FC236}">
                  <a16:creationId xmlns:a16="http://schemas.microsoft.com/office/drawing/2014/main" id="{DCE48BAE-C2EF-B02E-FBFE-EB9487513F26}"/>
                </a:ext>
              </a:extLst>
            </p:cNvPr>
            <p:cNvSpPr/>
            <p:nvPr/>
          </p:nvSpPr>
          <p:spPr>
            <a:xfrm>
              <a:off x="8459422" y="36467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extLst>
                <a:ext uri="{FF2B5EF4-FFF2-40B4-BE49-F238E27FC236}">
                  <a16:creationId xmlns:a16="http://schemas.microsoft.com/office/drawing/2014/main" id="{E173D765-BE77-7822-7BAC-1FF98DDBC78E}"/>
                </a:ext>
              </a:extLst>
            </p:cNvPr>
            <p:cNvSpPr/>
            <p:nvPr/>
          </p:nvSpPr>
          <p:spPr>
            <a:xfrm>
              <a:off x="8485877" y="36718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a:extLst>
                <a:ext uri="{FF2B5EF4-FFF2-40B4-BE49-F238E27FC236}">
                  <a16:creationId xmlns:a16="http://schemas.microsoft.com/office/drawing/2014/main" id="{EB1A4F0C-7562-F99E-1898-005C219EC5E1}"/>
                </a:ext>
              </a:extLst>
            </p:cNvPr>
            <p:cNvSpPr/>
            <p:nvPr/>
          </p:nvSpPr>
          <p:spPr>
            <a:xfrm>
              <a:off x="8512332" y="36970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Rectangle 124">
              <a:extLst>
                <a:ext uri="{FF2B5EF4-FFF2-40B4-BE49-F238E27FC236}">
                  <a16:creationId xmlns:a16="http://schemas.microsoft.com/office/drawing/2014/main" id="{2B7B70FC-4708-9B83-BCD2-0F21080F7713}"/>
                </a:ext>
              </a:extLst>
            </p:cNvPr>
            <p:cNvSpPr/>
            <p:nvPr/>
          </p:nvSpPr>
          <p:spPr>
            <a:xfrm>
              <a:off x="8538787" y="37222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Rectangle 125">
              <a:extLst>
                <a:ext uri="{FF2B5EF4-FFF2-40B4-BE49-F238E27FC236}">
                  <a16:creationId xmlns:a16="http://schemas.microsoft.com/office/drawing/2014/main" id="{0E34BE6C-06C9-88D7-38A3-79DB473FCA3A}"/>
                </a:ext>
              </a:extLst>
            </p:cNvPr>
            <p:cNvSpPr/>
            <p:nvPr/>
          </p:nvSpPr>
          <p:spPr>
            <a:xfrm>
              <a:off x="8565242" y="37474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126">
              <a:extLst>
                <a:ext uri="{FF2B5EF4-FFF2-40B4-BE49-F238E27FC236}">
                  <a16:creationId xmlns:a16="http://schemas.microsoft.com/office/drawing/2014/main" id="{ECF0B5E1-48ED-5A2E-2A84-17DDC9C6CE0A}"/>
                </a:ext>
              </a:extLst>
            </p:cNvPr>
            <p:cNvSpPr/>
            <p:nvPr/>
          </p:nvSpPr>
          <p:spPr>
            <a:xfrm>
              <a:off x="8591697" y="37726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Rectangle 127">
              <a:extLst>
                <a:ext uri="{FF2B5EF4-FFF2-40B4-BE49-F238E27FC236}">
                  <a16:creationId xmlns:a16="http://schemas.microsoft.com/office/drawing/2014/main" id="{A8ABB6E4-41F9-F982-9219-9A7D7132517A}"/>
                </a:ext>
              </a:extLst>
            </p:cNvPr>
            <p:cNvSpPr/>
            <p:nvPr/>
          </p:nvSpPr>
          <p:spPr>
            <a:xfrm>
              <a:off x="8618152" y="37977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Rectangle 128">
              <a:extLst>
                <a:ext uri="{FF2B5EF4-FFF2-40B4-BE49-F238E27FC236}">
                  <a16:creationId xmlns:a16="http://schemas.microsoft.com/office/drawing/2014/main" id="{3B34985A-11B6-FFB6-9E82-E7AF9BACC689}"/>
                </a:ext>
              </a:extLst>
            </p:cNvPr>
            <p:cNvSpPr/>
            <p:nvPr/>
          </p:nvSpPr>
          <p:spPr>
            <a:xfrm>
              <a:off x="8644607" y="38229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Rectangle 129">
              <a:extLst>
                <a:ext uri="{FF2B5EF4-FFF2-40B4-BE49-F238E27FC236}">
                  <a16:creationId xmlns:a16="http://schemas.microsoft.com/office/drawing/2014/main" id="{2AA4B562-5818-50AE-75C8-4B40C07FC4A7}"/>
                </a:ext>
              </a:extLst>
            </p:cNvPr>
            <p:cNvSpPr/>
            <p:nvPr/>
          </p:nvSpPr>
          <p:spPr>
            <a:xfrm>
              <a:off x="8671062" y="38481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Rectangle 130">
              <a:extLst>
                <a:ext uri="{FF2B5EF4-FFF2-40B4-BE49-F238E27FC236}">
                  <a16:creationId xmlns:a16="http://schemas.microsoft.com/office/drawing/2014/main" id="{FCBEAD7F-F3A2-FD9B-E936-F420A9BF577B}"/>
                </a:ext>
              </a:extLst>
            </p:cNvPr>
            <p:cNvSpPr/>
            <p:nvPr/>
          </p:nvSpPr>
          <p:spPr>
            <a:xfrm>
              <a:off x="8697517" y="38733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Rectangle 131">
              <a:extLst>
                <a:ext uri="{FF2B5EF4-FFF2-40B4-BE49-F238E27FC236}">
                  <a16:creationId xmlns:a16="http://schemas.microsoft.com/office/drawing/2014/main" id="{A13B2599-4421-C641-DA97-0F0C49CD3FBF}"/>
                </a:ext>
              </a:extLst>
            </p:cNvPr>
            <p:cNvSpPr/>
            <p:nvPr/>
          </p:nvSpPr>
          <p:spPr>
            <a:xfrm>
              <a:off x="8723972" y="38985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Rectangle 132">
              <a:extLst>
                <a:ext uri="{FF2B5EF4-FFF2-40B4-BE49-F238E27FC236}">
                  <a16:creationId xmlns:a16="http://schemas.microsoft.com/office/drawing/2014/main" id="{D47494CC-B13D-E4A6-A3D8-D0BAD72FF2CB}"/>
                </a:ext>
              </a:extLst>
            </p:cNvPr>
            <p:cNvSpPr/>
            <p:nvPr/>
          </p:nvSpPr>
          <p:spPr>
            <a:xfrm>
              <a:off x="8750427" y="39236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Rectangle 133">
              <a:extLst>
                <a:ext uri="{FF2B5EF4-FFF2-40B4-BE49-F238E27FC236}">
                  <a16:creationId xmlns:a16="http://schemas.microsoft.com/office/drawing/2014/main" id="{2C088C86-4F78-67E2-CFAC-43AD82CA4317}"/>
                </a:ext>
              </a:extLst>
            </p:cNvPr>
            <p:cNvSpPr/>
            <p:nvPr/>
          </p:nvSpPr>
          <p:spPr>
            <a:xfrm>
              <a:off x="8776882" y="39488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Rectangle 134">
              <a:extLst>
                <a:ext uri="{FF2B5EF4-FFF2-40B4-BE49-F238E27FC236}">
                  <a16:creationId xmlns:a16="http://schemas.microsoft.com/office/drawing/2014/main" id="{8F0FE0ED-B403-65DE-0638-717E9B085F0E}"/>
                </a:ext>
              </a:extLst>
            </p:cNvPr>
            <p:cNvSpPr/>
            <p:nvPr/>
          </p:nvSpPr>
          <p:spPr>
            <a:xfrm>
              <a:off x="8803337" y="39740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Rectangle 135">
              <a:extLst>
                <a:ext uri="{FF2B5EF4-FFF2-40B4-BE49-F238E27FC236}">
                  <a16:creationId xmlns:a16="http://schemas.microsoft.com/office/drawing/2014/main" id="{CD50F45A-07B3-4248-49BE-76C56D4839D8}"/>
                </a:ext>
              </a:extLst>
            </p:cNvPr>
            <p:cNvSpPr/>
            <p:nvPr/>
          </p:nvSpPr>
          <p:spPr>
            <a:xfrm>
              <a:off x="8829792" y="39992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Rectangle 136">
              <a:extLst>
                <a:ext uri="{FF2B5EF4-FFF2-40B4-BE49-F238E27FC236}">
                  <a16:creationId xmlns:a16="http://schemas.microsoft.com/office/drawing/2014/main" id="{3669FFAF-21DD-C7D6-3E88-4E8425A7F345}"/>
                </a:ext>
              </a:extLst>
            </p:cNvPr>
            <p:cNvSpPr/>
            <p:nvPr/>
          </p:nvSpPr>
          <p:spPr>
            <a:xfrm>
              <a:off x="8856247" y="40244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ectangle 137">
              <a:extLst>
                <a:ext uri="{FF2B5EF4-FFF2-40B4-BE49-F238E27FC236}">
                  <a16:creationId xmlns:a16="http://schemas.microsoft.com/office/drawing/2014/main" id="{71E6456F-B9F9-8827-18DD-B9242A3D8B8D}"/>
                </a:ext>
              </a:extLst>
            </p:cNvPr>
            <p:cNvSpPr/>
            <p:nvPr/>
          </p:nvSpPr>
          <p:spPr>
            <a:xfrm>
              <a:off x="8882702" y="40495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Rectangle 138">
              <a:extLst>
                <a:ext uri="{FF2B5EF4-FFF2-40B4-BE49-F238E27FC236}">
                  <a16:creationId xmlns:a16="http://schemas.microsoft.com/office/drawing/2014/main" id="{19D50F16-58AA-6919-49A6-34B3AA493BDD}"/>
                </a:ext>
              </a:extLst>
            </p:cNvPr>
            <p:cNvSpPr/>
            <p:nvPr/>
          </p:nvSpPr>
          <p:spPr>
            <a:xfrm>
              <a:off x="8909154" y="4074773"/>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2" name="Rectangle 141">
            <a:extLst>
              <a:ext uri="{FF2B5EF4-FFF2-40B4-BE49-F238E27FC236}">
                <a16:creationId xmlns:a16="http://schemas.microsoft.com/office/drawing/2014/main" id="{54219984-2DCD-6339-B4B2-9C1A45D6F8C4}"/>
              </a:ext>
            </a:extLst>
          </p:cNvPr>
          <p:cNvSpPr/>
          <p:nvPr/>
        </p:nvSpPr>
        <p:spPr>
          <a:xfrm>
            <a:off x="10539943" y="3077648"/>
            <a:ext cx="122400" cy="24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a:extLst>
              <a:ext uri="{FF2B5EF4-FFF2-40B4-BE49-F238E27FC236}">
                <a16:creationId xmlns:a16="http://schemas.microsoft.com/office/drawing/2014/main" id="{E3D3C48A-D5BE-B2DD-F978-D0E73D3445BF}"/>
              </a:ext>
            </a:extLst>
          </p:cNvPr>
          <p:cNvSpPr/>
          <p:nvPr/>
        </p:nvSpPr>
        <p:spPr>
          <a:xfrm>
            <a:off x="11357453" y="3125415"/>
            <a:ext cx="149267" cy="149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Content Placeholder 1">
            <a:extLst>
              <a:ext uri="{FF2B5EF4-FFF2-40B4-BE49-F238E27FC236}">
                <a16:creationId xmlns:a16="http://schemas.microsoft.com/office/drawing/2014/main" id="{2D98C403-5D5A-22E1-860D-937E5BF10F67}"/>
              </a:ext>
            </a:extLst>
          </p:cNvPr>
          <p:cNvSpPr txBox="1">
            <a:spLocks/>
          </p:cNvSpPr>
          <p:nvPr/>
        </p:nvSpPr>
        <p:spPr>
          <a:xfrm>
            <a:off x="510942" y="5186859"/>
            <a:ext cx="1521045" cy="1054283"/>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Input</a:t>
            </a:r>
            <a:br>
              <a:rPr lang="en-US"/>
            </a:br>
            <a:endParaRPr lang="en-US"/>
          </a:p>
          <a:p>
            <a:pPr marL="0" indent="0" algn="ctr">
              <a:buFont typeface="Arial" panose="020B0604020202020204" pitchFamily="34" charset="0"/>
              <a:buNone/>
            </a:pPr>
            <a:r>
              <a:rPr lang="en-US"/>
              <a:t>3x96x96</a:t>
            </a:r>
            <a:endParaRPr lang="en-GB"/>
          </a:p>
        </p:txBody>
      </p:sp>
      <p:sp>
        <p:nvSpPr>
          <p:cNvPr id="145" name="Content Placeholder 1">
            <a:extLst>
              <a:ext uri="{FF2B5EF4-FFF2-40B4-BE49-F238E27FC236}">
                <a16:creationId xmlns:a16="http://schemas.microsoft.com/office/drawing/2014/main" id="{A0842309-800C-581D-8FC6-22DFB740FF4A}"/>
              </a:ext>
            </a:extLst>
          </p:cNvPr>
          <p:cNvSpPr txBox="1">
            <a:spLocks/>
          </p:cNvSpPr>
          <p:nvPr/>
        </p:nvSpPr>
        <p:spPr>
          <a:xfrm>
            <a:off x="2350283" y="5186860"/>
            <a:ext cx="1521045" cy="105428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Conv. 1</a:t>
            </a:r>
            <a:br>
              <a:rPr lang="en-US"/>
            </a:br>
            <a:r>
              <a:rPr lang="en-US"/>
              <a:t>Max Pool</a:t>
            </a:r>
          </a:p>
          <a:p>
            <a:pPr marL="0" indent="0" algn="ctr">
              <a:buFont typeface="Arial" panose="020B0604020202020204" pitchFamily="34" charset="0"/>
              <a:buNone/>
            </a:pPr>
            <a:r>
              <a:rPr lang="en-US"/>
              <a:t>16x96x96</a:t>
            </a:r>
            <a:endParaRPr lang="en-GB"/>
          </a:p>
        </p:txBody>
      </p:sp>
      <p:sp>
        <p:nvSpPr>
          <p:cNvPr id="146" name="Content Placeholder 1">
            <a:extLst>
              <a:ext uri="{FF2B5EF4-FFF2-40B4-BE49-F238E27FC236}">
                <a16:creationId xmlns:a16="http://schemas.microsoft.com/office/drawing/2014/main" id="{3C3E53E9-A633-B8C7-56A6-9507F453A054}"/>
              </a:ext>
            </a:extLst>
          </p:cNvPr>
          <p:cNvSpPr txBox="1">
            <a:spLocks/>
          </p:cNvSpPr>
          <p:nvPr/>
        </p:nvSpPr>
        <p:spPr>
          <a:xfrm>
            <a:off x="4186178" y="5186860"/>
            <a:ext cx="1521045" cy="105428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Conv. 2</a:t>
            </a:r>
            <a:br>
              <a:rPr lang="en-US"/>
            </a:br>
            <a:r>
              <a:rPr lang="en-US"/>
              <a:t>Max Pool</a:t>
            </a:r>
          </a:p>
          <a:p>
            <a:pPr marL="0" indent="0" algn="ctr">
              <a:buFont typeface="Arial" panose="020B0604020202020204" pitchFamily="34" charset="0"/>
              <a:buNone/>
            </a:pPr>
            <a:r>
              <a:rPr lang="en-US"/>
              <a:t>32x48x48</a:t>
            </a:r>
            <a:endParaRPr lang="en-GB"/>
          </a:p>
        </p:txBody>
      </p:sp>
      <p:sp>
        <p:nvSpPr>
          <p:cNvPr id="147" name="Content Placeholder 1">
            <a:extLst>
              <a:ext uri="{FF2B5EF4-FFF2-40B4-BE49-F238E27FC236}">
                <a16:creationId xmlns:a16="http://schemas.microsoft.com/office/drawing/2014/main" id="{3F9E3E53-51E7-7D11-DD18-1E3C7AA0FF06}"/>
              </a:ext>
            </a:extLst>
          </p:cNvPr>
          <p:cNvSpPr txBox="1">
            <a:spLocks/>
          </p:cNvSpPr>
          <p:nvPr/>
        </p:nvSpPr>
        <p:spPr>
          <a:xfrm>
            <a:off x="5804700" y="5186859"/>
            <a:ext cx="1521045" cy="1054273"/>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Conv. 3</a:t>
            </a:r>
            <a:br>
              <a:rPr lang="en-US"/>
            </a:br>
            <a:r>
              <a:rPr lang="en-US"/>
              <a:t>Không Pool</a:t>
            </a:r>
          </a:p>
          <a:p>
            <a:pPr marL="0" indent="0" algn="ctr">
              <a:buFont typeface="Arial" panose="020B0604020202020204" pitchFamily="34" charset="0"/>
              <a:buNone/>
            </a:pPr>
            <a:r>
              <a:rPr lang="en-US"/>
              <a:t>64x24x24</a:t>
            </a:r>
            <a:endParaRPr lang="en-GB"/>
          </a:p>
        </p:txBody>
      </p:sp>
      <p:sp>
        <p:nvSpPr>
          <p:cNvPr id="148" name="Content Placeholder 1">
            <a:extLst>
              <a:ext uri="{FF2B5EF4-FFF2-40B4-BE49-F238E27FC236}">
                <a16:creationId xmlns:a16="http://schemas.microsoft.com/office/drawing/2014/main" id="{3F05BF09-AF90-517C-39E2-02461A91A82E}"/>
              </a:ext>
            </a:extLst>
          </p:cNvPr>
          <p:cNvSpPr txBox="1">
            <a:spLocks/>
          </p:cNvSpPr>
          <p:nvPr/>
        </p:nvSpPr>
        <p:spPr>
          <a:xfrm>
            <a:off x="7449487" y="5186860"/>
            <a:ext cx="1521045" cy="105427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Global Average Pool</a:t>
            </a:r>
          </a:p>
          <a:p>
            <a:pPr marL="0" indent="0" algn="ctr">
              <a:buFont typeface="Arial" panose="020B0604020202020204" pitchFamily="34" charset="0"/>
              <a:buNone/>
            </a:pPr>
            <a:r>
              <a:rPr lang="en-US"/>
              <a:t>64x1x1</a:t>
            </a:r>
            <a:endParaRPr lang="en-GB"/>
          </a:p>
        </p:txBody>
      </p:sp>
      <p:sp>
        <p:nvSpPr>
          <p:cNvPr id="149" name="Content Placeholder 1">
            <a:extLst>
              <a:ext uri="{FF2B5EF4-FFF2-40B4-BE49-F238E27FC236}">
                <a16:creationId xmlns:a16="http://schemas.microsoft.com/office/drawing/2014/main" id="{48EA32A5-3A41-FD89-0A03-2AB779C3FED4}"/>
              </a:ext>
            </a:extLst>
          </p:cNvPr>
          <p:cNvSpPr txBox="1">
            <a:spLocks/>
          </p:cNvSpPr>
          <p:nvPr/>
        </p:nvSpPr>
        <p:spPr>
          <a:xfrm>
            <a:off x="9047531" y="5186859"/>
            <a:ext cx="1126984" cy="1054269"/>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FC. 1</a:t>
            </a:r>
            <a:br>
              <a:rPr lang="en-US"/>
            </a:br>
            <a:r>
              <a:rPr lang="en-US"/>
              <a:t>Dropout</a:t>
            </a:r>
          </a:p>
          <a:p>
            <a:pPr marL="0" indent="0" algn="ctr">
              <a:buFont typeface="Arial" panose="020B0604020202020204" pitchFamily="34" charset="0"/>
              <a:buNone/>
            </a:pPr>
            <a:r>
              <a:rPr lang="en-US"/>
              <a:t>100 x 1</a:t>
            </a:r>
            <a:endParaRPr lang="en-GB"/>
          </a:p>
        </p:txBody>
      </p:sp>
      <p:sp>
        <p:nvSpPr>
          <p:cNvPr id="150" name="Content Placeholder 1">
            <a:extLst>
              <a:ext uri="{FF2B5EF4-FFF2-40B4-BE49-F238E27FC236}">
                <a16:creationId xmlns:a16="http://schemas.microsoft.com/office/drawing/2014/main" id="{A139CF63-C7CC-841B-FFDE-AC26BC1B30B8}"/>
              </a:ext>
            </a:extLst>
          </p:cNvPr>
          <p:cNvSpPr txBox="1">
            <a:spLocks/>
          </p:cNvSpPr>
          <p:nvPr/>
        </p:nvSpPr>
        <p:spPr>
          <a:xfrm>
            <a:off x="10222230" y="5186860"/>
            <a:ext cx="757828" cy="1054268"/>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FC. 2</a:t>
            </a:r>
            <a:br>
              <a:rPr lang="en-US"/>
            </a:br>
            <a:endParaRPr lang="en-US"/>
          </a:p>
          <a:p>
            <a:pPr marL="0" indent="0" algn="ctr">
              <a:buFont typeface="Arial" panose="020B0604020202020204" pitchFamily="34" charset="0"/>
              <a:buNone/>
            </a:pPr>
            <a:r>
              <a:rPr lang="en-US"/>
              <a:t>2 x 1</a:t>
            </a:r>
            <a:endParaRPr lang="en-GB"/>
          </a:p>
        </p:txBody>
      </p:sp>
      <p:sp>
        <p:nvSpPr>
          <p:cNvPr id="151" name="Content Placeholder 1">
            <a:extLst>
              <a:ext uri="{FF2B5EF4-FFF2-40B4-BE49-F238E27FC236}">
                <a16:creationId xmlns:a16="http://schemas.microsoft.com/office/drawing/2014/main" id="{0C24EE55-5C51-F792-83E5-715AED0A77FF}"/>
              </a:ext>
            </a:extLst>
          </p:cNvPr>
          <p:cNvSpPr txBox="1">
            <a:spLocks/>
          </p:cNvSpPr>
          <p:nvPr/>
        </p:nvSpPr>
        <p:spPr>
          <a:xfrm>
            <a:off x="11027773" y="5186859"/>
            <a:ext cx="808628" cy="1054265"/>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Output</a:t>
            </a:r>
            <a:br>
              <a:rPr lang="en-US"/>
            </a:br>
            <a:endParaRPr lang="en-US"/>
          </a:p>
          <a:p>
            <a:pPr marL="0" indent="0" algn="ctr">
              <a:buFont typeface="Arial" panose="020B0604020202020204" pitchFamily="34" charset="0"/>
              <a:buNone/>
            </a:pPr>
            <a:r>
              <a:rPr lang="en-US"/>
              <a:t>[0, 1]</a:t>
            </a:r>
            <a:endParaRPr lang="en-GB"/>
          </a:p>
        </p:txBody>
      </p:sp>
      <p:cxnSp>
        <p:nvCxnSpPr>
          <p:cNvPr id="154" name="Straight Arrow Connector 153">
            <a:extLst>
              <a:ext uri="{FF2B5EF4-FFF2-40B4-BE49-F238E27FC236}">
                <a16:creationId xmlns:a16="http://schemas.microsoft.com/office/drawing/2014/main" id="{1629BCF0-AB4D-3174-0175-FCECD737DF72}"/>
              </a:ext>
            </a:extLst>
          </p:cNvPr>
          <p:cNvCxnSpPr/>
          <p:nvPr/>
        </p:nvCxnSpPr>
        <p:spPr>
          <a:xfrm>
            <a:off x="2031987"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BD4E5EF-1583-58D0-DC33-BE10D83B53DC}"/>
              </a:ext>
            </a:extLst>
          </p:cNvPr>
          <p:cNvCxnSpPr>
            <a:cxnSpLocks/>
          </p:cNvCxnSpPr>
          <p:nvPr/>
        </p:nvCxnSpPr>
        <p:spPr>
          <a:xfrm>
            <a:off x="397690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4A0CE642-AA03-03FE-3274-E4D3646B7E8C}"/>
              </a:ext>
            </a:extLst>
          </p:cNvPr>
          <p:cNvCxnSpPr/>
          <p:nvPr/>
        </p:nvCxnSpPr>
        <p:spPr>
          <a:xfrm>
            <a:off x="5580216"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84FC4A2A-1E6C-BAA5-0C6F-47DE17B4FA8E}"/>
              </a:ext>
            </a:extLst>
          </p:cNvPr>
          <p:cNvCxnSpPr/>
          <p:nvPr/>
        </p:nvCxnSpPr>
        <p:spPr>
          <a:xfrm>
            <a:off x="7198738"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9FEA6F5C-C476-5C39-F571-3D8E3BDE8D54}"/>
              </a:ext>
            </a:extLst>
          </p:cNvPr>
          <p:cNvCxnSpPr/>
          <p:nvPr/>
        </p:nvCxnSpPr>
        <p:spPr>
          <a:xfrm>
            <a:off x="885229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6E7FE595-2FED-98BD-7DC1-AD2049CE2952}"/>
              </a:ext>
            </a:extLst>
          </p:cNvPr>
          <p:cNvCxnSpPr>
            <a:cxnSpLocks/>
          </p:cNvCxnSpPr>
          <p:nvPr/>
        </p:nvCxnSpPr>
        <p:spPr>
          <a:xfrm>
            <a:off x="1005360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2C871532-E6DB-D5C1-9B7B-DBD75860BF73}"/>
              </a:ext>
            </a:extLst>
          </p:cNvPr>
          <p:cNvCxnSpPr>
            <a:cxnSpLocks/>
          </p:cNvCxnSpPr>
          <p:nvPr/>
        </p:nvCxnSpPr>
        <p:spPr>
          <a:xfrm>
            <a:off x="10880915"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2FC55A03-BBD8-3806-F1F7-31684E9E40A8}"/>
              </a:ext>
            </a:extLst>
          </p:cNvPr>
          <p:cNvCxnSpPr>
            <a:cxnSpLocks/>
          </p:cNvCxnSpPr>
          <p:nvPr/>
        </p:nvCxnSpPr>
        <p:spPr>
          <a:xfrm>
            <a:off x="2350283" y="4298731"/>
            <a:ext cx="4555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88380CA-0178-FCFB-FEF4-C455B01B4E19}"/>
              </a:ext>
            </a:extLst>
          </p:cNvPr>
          <p:cNvSpPr txBox="1"/>
          <p:nvPr/>
        </p:nvSpPr>
        <p:spPr>
          <a:xfrm>
            <a:off x="1912000" y="4373463"/>
            <a:ext cx="5614790" cy="369332"/>
          </a:xfrm>
          <a:prstGeom prst="rect">
            <a:avLst/>
          </a:prstGeom>
          <a:noFill/>
        </p:spPr>
        <p:txBody>
          <a:bodyPr wrap="square" rtlCol="0">
            <a:spAutoFit/>
          </a:bodyPr>
          <a:lstStyle/>
          <a:p>
            <a:r>
              <a:rPr lang="en-US"/>
              <a:t>Số kênh gấp đôi nhưng chiều dài/rộng giảm một nửa</a:t>
            </a:r>
            <a:endParaRPr lang="en-GB"/>
          </a:p>
        </p:txBody>
      </p:sp>
    </p:spTree>
    <p:extLst>
      <p:ext uri="{BB962C8B-B14F-4D97-AF65-F5344CB8AC3E}">
        <p14:creationId xmlns:p14="http://schemas.microsoft.com/office/powerpoint/2010/main" val="3910247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Content Placeholder 1">
            <a:extLst>
              <a:ext uri="{FF2B5EF4-FFF2-40B4-BE49-F238E27FC236}">
                <a16:creationId xmlns:a16="http://schemas.microsoft.com/office/drawing/2014/main" id="{9933D79F-8443-4F26-8E9D-7D09DFFC0B7D}"/>
              </a:ext>
            </a:extLst>
          </p:cNvPr>
          <p:cNvSpPr txBox="1">
            <a:spLocks noGrp="1"/>
          </p:cNvSpPr>
          <p:nvPr>
            <p:ph type="body" idx="1"/>
          </p:nvPr>
        </p:nvSpPr>
        <p:spPr>
          <a:xfrm>
            <a:off x="541338" y="1206500"/>
            <a:ext cx="10999787" cy="4970463"/>
          </a:xfrm>
        </p:spPr>
        <p:txBody>
          <a:bodyPr/>
          <a:lstStyle/>
          <a:p>
            <a:pPr marL="0" indent="0" eaLnBrk="1" hangingPunct="1">
              <a:buSzTx/>
              <a:buFont typeface="Arial" panose="020B0604020202020204" pitchFamily="34" charset="0"/>
              <a:buNone/>
            </a:pPr>
            <a:r>
              <a:rPr lang="en-US" altLang="en-US" b="1">
                <a:latin typeface="Arial" panose="020B0604020202020204" pitchFamily="34" charset="0"/>
                <a:cs typeface="Arial" panose="020B0604020202020204" pitchFamily="34" charset="0"/>
              </a:rPr>
              <a:t>Mô hình CNN đơn gi</a:t>
            </a:r>
            <a:r>
              <a:rPr lang="en-US" altLang="en-US" b="1">
                <a:latin typeface="Helvetica" panose="020B0604020202020204" pitchFamily="34" charset="0"/>
                <a:cs typeface="Helvetica" panose="020B0604020202020204" pitchFamily="34" charset="0"/>
                <a:sym typeface="Helvetica" panose="020B0604020202020204" pitchFamily="34" charset="0"/>
              </a:rPr>
              <a:t>ả</a:t>
            </a:r>
            <a:r>
              <a:rPr lang="en-US" altLang="en-US" b="1">
                <a:latin typeface="Arial" panose="020B0604020202020204" pitchFamily="34" charset="0"/>
                <a:cs typeface="Arial" panose="020B0604020202020204" pitchFamily="34" charset="0"/>
              </a:rPr>
              <a:t>n: </a:t>
            </a:r>
            <a:r>
              <a:rPr lang="en-US" altLang="en-US">
                <a:latin typeface="Arial" panose="020B0604020202020204" pitchFamily="34" charset="0"/>
                <a:cs typeface="Arial" panose="020B0604020202020204" pitchFamily="34" charset="0"/>
              </a:rPr>
              <a:t>Ki</a:t>
            </a:r>
            <a:r>
              <a:rPr lang="en-US" altLang="en-US">
                <a:latin typeface="Helvetica" panose="020B0604020202020204" pitchFamily="34" charset="0"/>
                <a:cs typeface="Helvetica" panose="020B0604020202020204" pitchFamily="34" charset="0"/>
                <a:sym typeface="Helvetica" panose="020B0604020202020204" pitchFamily="34" charset="0"/>
              </a:rPr>
              <a:t>ế</a:t>
            </a:r>
            <a:r>
              <a:rPr lang="en-US" altLang="en-US">
                <a:latin typeface="Arial" panose="020B0604020202020204" pitchFamily="34" charset="0"/>
                <a:cs typeface="Arial" panose="020B0604020202020204" pitchFamily="34" charset="0"/>
              </a:rPr>
              <a:t>n trúc</a:t>
            </a:r>
          </a:p>
          <a:p>
            <a:pPr eaLnBrk="1" hangingPunct="1">
              <a:buSzTx/>
              <a:buFontTx/>
              <a:buChar char="-"/>
            </a:pPr>
            <a:r>
              <a:rPr lang="en-US" altLang="en-US">
                <a:latin typeface="Arial" panose="020B0604020202020204" pitchFamily="34" charset="0"/>
                <a:cs typeface="Arial" panose="020B0604020202020204" pitchFamily="34" charset="0"/>
              </a:rPr>
              <a:t>Tích chập (Convolution)</a:t>
            </a:r>
          </a:p>
          <a:p>
            <a:pPr eaLnBrk="1" hangingPunct="1">
              <a:buSzTx/>
              <a:buFontTx/>
              <a:buChar char="-"/>
            </a:pPr>
            <a:r>
              <a:rPr lang="en-US" altLang="en-US">
                <a:latin typeface="Arial" panose="020B0604020202020204" pitchFamily="34" charset="0"/>
                <a:cs typeface="Arial" panose="020B0604020202020204" pitchFamily="34" charset="0"/>
              </a:rPr>
              <a:t>Dùng một </a:t>
            </a:r>
            <a:r>
              <a:rPr lang="en-US" altLang="en-US" b="1">
                <a:latin typeface="Arial" panose="020B0604020202020204" pitchFamily="34" charset="0"/>
                <a:cs typeface="Arial" panose="020B0604020202020204" pitchFamily="34" charset="0"/>
              </a:rPr>
              <a:t>bộ lọc nhỏ</a:t>
            </a:r>
            <a:r>
              <a:rPr lang="en-US" altLang="en-US">
                <a:latin typeface="Arial" panose="020B0604020202020204" pitchFamily="34" charset="0"/>
                <a:cs typeface="Arial" panose="020B0604020202020204" pitchFamily="34" charset="0"/>
              </a:rPr>
              <a:t> (ví dụ 3x3) quét qua ảnh.</a:t>
            </a:r>
          </a:p>
          <a:p>
            <a:pPr eaLnBrk="1" hangingPunct="1">
              <a:buSzTx/>
              <a:buFontTx/>
              <a:buChar char="-"/>
            </a:pPr>
            <a:r>
              <a:rPr lang="en-US" altLang="en-US">
                <a:latin typeface="Arial" panose="020B0604020202020204" pitchFamily="34" charset="0"/>
                <a:cs typeface="Arial" panose="020B0604020202020204" pitchFamily="34" charset="0"/>
              </a:rPr>
              <a:t>Bộ lọc học cách phát hiện </a:t>
            </a:r>
            <a:r>
              <a:rPr lang="en-US" altLang="en-US" b="1">
                <a:latin typeface="Arial" panose="020B0604020202020204" pitchFamily="34" charset="0"/>
                <a:cs typeface="Arial" panose="020B0604020202020204" pitchFamily="34" charset="0"/>
              </a:rPr>
              <a:t>đường viền, góc, texture</a:t>
            </a:r>
            <a:r>
              <a:rPr lang="en-US" altLang="en-US">
                <a:latin typeface="Arial" panose="020B0604020202020204" pitchFamily="34" charset="0"/>
                <a:cs typeface="Arial" panose="020B0604020202020204" pitchFamily="34" charset="0"/>
              </a:rPr>
              <a:t>. Ví dụ: bộ lọc dọc → tìm </a:t>
            </a:r>
            <a:r>
              <a:rPr lang="en-US" altLang="en-US" b="1">
                <a:latin typeface="Arial" panose="020B0604020202020204" pitchFamily="34" charset="0"/>
                <a:cs typeface="Arial" panose="020B0604020202020204" pitchFamily="34" charset="0"/>
              </a:rPr>
              <a:t>cạnh dọc</a:t>
            </a:r>
            <a:r>
              <a:rPr lang="en-US" altLang="en-US">
                <a:latin typeface="Arial" panose="020B0604020202020204" pitchFamily="34" charset="0"/>
                <a:cs typeface="Arial" panose="020B0604020202020204" pitchFamily="34" charset="0"/>
              </a:rPr>
              <a:t> (như viền tai mèo).</a:t>
            </a:r>
          </a:p>
          <a:p>
            <a:pPr marL="0" indent="0" eaLnBrk="1" hangingPunct="1">
              <a:buSzTx/>
              <a:buFontTx/>
              <a:buNone/>
            </a:pPr>
            <a:r>
              <a:rPr lang="en-US" altLang="en-US">
                <a:latin typeface="Arial" panose="020B0604020202020204" pitchFamily="34" charset="0"/>
                <a:cs typeface="Arial" panose="020B0604020202020204" pitchFamily="34" charset="0"/>
              </a:rPr>
              <a:t>Nhiều lớp tích chập → học dần đặc trưng</a:t>
            </a:r>
          </a:p>
          <a:p>
            <a:pPr eaLnBrk="1" hangingPunct="1">
              <a:buFontTx/>
              <a:buChar char="-"/>
            </a:pPr>
            <a:r>
              <a:rPr lang="en-US" altLang="en-US">
                <a:latin typeface="Arial" panose="020B0604020202020204" pitchFamily="34" charset="0"/>
                <a:cs typeface="Arial" panose="020B0604020202020204" pitchFamily="34" charset="0"/>
              </a:rPr>
              <a:t>Lớp đầu: phát hiện </a:t>
            </a:r>
            <a:r>
              <a:rPr lang="en-US" altLang="en-US" b="1">
                <a:latin typeface="Arial" panose="020B0604020202020204" pitchFamily="34" charset="0"/>
                <a:cs typeface="Arial" panose="020B0604020202020204" pitchFamily="34" charset="0"/>
              </a:rPr>
              <a:t>đường thẳng, màu sắc</a:t>
            </a:r>
            <a:r>
              <a:rPr lang="en-US" altLang="en-US">
                <a:latin typeface="Arial" panose="020B0604020202020204" pitchFamily="34" charset="0"/>
                <a:cs typeface="Arial" panose="020B0604020202020204" pitchFamily="34" charset="0"/>
              </a:rPr>
              <a:t>.</a:t>
            </a:r>
          </a:p>
          <a:p>
            <a:pPr eaLnBrk="1" hangingPunct="1">
              <a:buFontTx/>
              <a:buChar char="-"/>
            </a:pPr>
            <a:r>
              <a:rPr lang="en-US" altLang="en-US">
                <a:latin typeface="Arial" panose="020B0604020202020204" pitchFamily="34" charset="0"/>
                <a:cs typeface="Arial" panose="020B0604020202020204" pitchFamily="34" charset="0"/>
              </a:rPr>
              <a:t>Lớp giữa: phát hiện </a:t>
            </a:r>
            <a:r>
              <a:rPr lang="en-US" altLang="en-US" b="1">
                <a:latin typeface="Arial" panose="020B0604020202020204" pitchFamily="34" charset="0"/>
                <a:cs typeface="Arial" panose="020B0604020202020204" pitchFamily="34" charset="0"/>
              </a:rPr>
              <a:t>hình tròn, mắt, mũi</a:t>
            </a:r>
            <a:r>
              <a:rPr lang="en-US" altLang="en-US">
                <a:latin typeface="Arial" panose="020B0604020202020204" pitchFamily="34" charset="0"/>
                <a:cs typeface="Arial" panose="020B0604020202020204" pitchFamily="34" charset="0"/>
              </a:rPr>
              <a:t>.</a:t>
            </a:r>
          </a:p>
          <a:p>
            <a:pPr eaLnBrk="1" hangingPunct="1">
              <a:buFontTx/>
              <a:buChar char="-"/>
            </a:pPr>
            <a:r>
              <a:rPr lang="en-US" altLang="en-US">
                <a:latin typeface="Arial" panose="020B0604020202020204" pitchFamily="34" charset="0"/>
                <a:cs typeface="Arial" panose="020B0604020202020204" pitchFamily="34" charset="0"/>
              </a:rPr>
              <a:t>Lớp sâu: phát hiện </a:t>
            </a:r>
            <a:r>
              <a:rPr lang="en-US" altLang="en-US" b="1">
                <a:latin typeface="Arial" panose="020B0604020202020204" pitchFamily="34" charset="0"/>
                <a:cs typeface="Arial" panose="020B0604020202020204" pitchFamily="34" charset="0"/>
              </a:rPr>
              <a:t>cả khuôn mặt mèo</a:t>
            </a:r>
            <a:r>
              <a:rPr lang="en-US" altLang="en-US">
                <a:latin typeface="Arial" panose="020B0604020202020204" pitchFamily="34" charset="0"/>
                <a:cs typeface="Arial" panose="020B0604020202020204" pitchFamily="34" charset="0"/>
              </a:rPr>
              <a:t>.</a:t>
            </a:r>
          </a:p>
          <a:p>
            <a:pPr marL="0" indent="0" eaLnBrk="1" hangingPunct="1">
              <a:buSzTx/>
              <a:buFontTx/>
              <a:buNone/>
            </a:pPr>
            <a:r>
              <a:rPr lang="en-US" altLang="en-US">
                <a:latin typeface="Arial" panose="020B0604020202020204" pitchFamily="34" charset="0"/>
                <a:cs typeface="Arial" panose="020B0604020202020204" pitchFamily="34" charset="0"/>
              </a:rPr>
              <a:t>Giảm kích thước (Pooling)</a:t>
            </a:r>
          </a:p>
          <a:p>
            <a:pPr eaLnBrk="1" hangingPunct="1">
              <a:buFontTx/>
              <a:buChar char="-"/>
            </a:pPr>
            <a:r>
              <a:rPr lang="en-US" altLang="en-US">
                <a:latin typeface="Arial" panose="020B0604020202020204" pitchFamily="34" charset="0"/>
                <a:cs typeface="Arial" panose="020B0604020202020204" pitchFamily="34" charset="0"/>
              </a:rPr>
              <a:t>Sau mỗi lần tích chập, ta </a:t>
            </a:r>
            <a:r>
              <a:rPr lang="en-US" altLang="en-US" b="1">
                <a:latin typeface="Arial" panose="020B0604020202020204" pitchFamily="34" charset="0"/>
                <a:cs typeface="Arial" panose="020B0604020202020204" pitchFamily="34" charset="0"/>
              </a:rPr>
              <a:t>thu nhỏ ảnh</a:t>
            </a:r>
            <a:r>
              <a:rPr lang="en-US" altLang="en-US">
                <a:latin typeface="Arial" panose="020B0604020202020204" pitchFamily="34" charset="0"/>
                <a:cs typeface="Arial" panose="020B0604020202020204" pitchFamily="34" charset="0"/>
              </a:rPr>
              <a:t> (Max Pooling).</a:t>
            </a:r>
          </a:p>
          <a:p>
            <a:pPr eaLnBrk="1" hangingPunct="1">
              <a:buFontTx/>
              <a:buChar char="-"/>
            </a:pPr>
            <a:r>
              <a:rPr lang="en-US" altLang="en-US">
                <a:latin typeface="Arial" panose="020B0604020202020204" pitchFamily="34" charset="0"/>
                <a:cs typeface="Arial" panose="020B0604020202020204" pitchFamily="34" charset="0"/>
              </a:rPr>
              <a:t>Giúp mạng nhanh hơn và tập trung vào đặc trưng quan trọng.</a:t>
            </a:r>
          </a:p>
        </p:txBody>
      </p:sp>
      <p:sp>
        <p:nvSpPr>
          <p:cNvPr id="402" name="Title 2">
            <a:extLst>
              <a:ext uri="{FF2B5EF4-FFF2-40B4-BE49-F238E27FC236}">
                <a16:creationId xmlns:a16="http://schemas.microsoft.com/office/drawing/2014/main" id="{ED9DE5B1-616A-1657-E2CC-F6595D491C3F}"/>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ECD6-4A7C-AEAD-532F-8F504B4558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B4070-A05A-402D-3892-163676B3A125}"/>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Tinh chỉnh tham số Random Grid Search</a:t>
            </a:r>
          </a:p>
          <a:p>
            <a:pPr>
              <a:buFontTx/>
              <a:buChar char="-"/>
            </a:pPr>
            <a:r>
              <a:rPr lang="en-US"/>
              <a:t>Số lần thử nghiệm: 40</a:t>
            </a:r>
          </a:p>
          <a:p>
            <a:pPr>
              <a:buFontTx/>
              <a:buChar char="-"/>
            </a:pPr>
            <a:r>
              <a:rPr lang="en-US"/>
              <a:t>Batch size: 32</a:t>
            </a:r>
          </a:p>
          <a:p>
            <a:pPr>
              <a:buFontTx/>
              <a:buChar char="-"/>
            </a:pPr>
            <a:r>
              <a:rPr lang="en-US"/>
              <a:t>Dừng sớm: nếu f1 tập kiểm thử không tăng sau 15 vòng lặp huấn luyện</a:t>
            </a:r>
          </a:p>
          <a:p>
            <a:pPr>
              <a:buFontTx/>
              <a:buChar char="-"/>
            </a:pPr>
            <a:r>
              <a:rPr lang="en-US"/>
              <a:t>Số vòng lặp huấn luyện: 50 – 100 – </a:t>
            </a:r>
            <a:r>
              <a:rPr lang="en-US" b="1"/>
              <a:t>200</a:t>
            </a:r>
            <a:r>
              <a:rPr lang="en-US"/>
              <a:t> – 300</a:t>
            </a:r>
          </a:p>
          <a:p>
            <a:pPr>
              <a:buFontTx/>
              <a:buChar char="-"/>
            </a:pPr>
            <a:r>
              <a:rPr lang="en-US"/>
              <a:t>Số tầng tích chập: </a:t>
            </a:r>
            <a:r>
              <a:rPr lang="en-US" b="1"/>
              <a:t>3</a:t>
            </a:r>
            <a:r>
              <a:rPr lang="en-US"/>
              <a:t> – 4 – 5</a:t>
            </a:r>
          </a:p>
          <a:p>
            <a:pPr>
              <a:buFontTx/>
              <a:buChar char="-"/>
            </a:pPr>
            <a:r>
              <a:rPr lang="en-US"/>
              <a:t>Số bộ lọc tầng tích chập đầu tiên: 8 – 16 – </a:t>
            </a:r>
            <a:r>
              <a:rPr lang="en-US" b="1"/>
              <a:t>32</a:t>
            </a:r>
          </a:p>
          <a:p>
            <a:pPr>
              <a:buFontTx/>
              <a:buChar char="-"/>
            </a:pPr>
            <a:r>
              <a:rPr lang="en-US"/>
              <a:t>Kích thước đầu ra lớp kết nối đầy đủ đầu tiên: 64 – 100 – </a:t>
            </a:r>
            <a:r>
              <a:rPr lang="en-US" b="1"/>
              <a:t>128</a:t>
            </a:r>
            <a:r>
              <a:rPr lang="en-US"/>
              <a:t> – 256</a:t>
            </a:r>
          </a:p>
          <a:p>
            <a:pPr>
              <a:buFontTx/>
              <a:buChar char="-"/>
            </a:pPr>
            <a:r>
              <a:rPr lang="en-US"/>
              <a:t>Tỷ lệ dropout lớp kết nối đầy đủ đầu tiên: </a:t>
            </a:r>
            <a:r>
              <a:rPr lang="en-US" b="1"/>
              <a:t>0,10</a:t>
            </a:r>
            <a:r>
              <a:rPr lang="en-US"/>
              <a:t> – 0,25 – 0,35 – 0,5</a:t>
            </a:r>
          </a:p>
        </p:txBody>
      </p:sp>
      <p:sp>
        <p:nvSpPr>
          <p:cNvPr id="3" name="Title 2">
            <a:extLst>
              <a:ext uri="{FF2B5EF4-FFF2-40B4-BE49-F238E27FC236}">
                <a16:creationId xmlns:a16="http://schemas.microsoft.com/office/drawing/2014/main" id="{8B2E1F99-815F-EA87-99B6-BF9CD1A8B40E}"/>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2281861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FFE8-6AD1-0EC2-B71C-464CC1F6F3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BDBCDF-128F-F6E2-3BA8-2D2FF093A38D}"/>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Kết quả thử nghiệm</a:t>
            </a:r>
          </a:p>
          <a:p>
            <a:pPr>
              <a:buFontTx/>
              <a:buChar char="-"/>
            </a:pPr>
            <a:r>
              <a:rPr lang="en-US"/>
              <a:t>Số lần thử nghiệm: 40</a:t>
            </a:r>
          </a:p>
          <a:p>
            <a:pPr>
              <a:buFontTx/>
              <a:buChar char="-"/>
            </a:pPr>
            <a:r>
              <a:rPr lang="en-US"/>
              <a:t>Batch size: 32</a:t>
            </a:r>
          </a:p>
          <a:p>
            <a:pPr>
              <a:buFontTx/>
              <a:buChar char="-"/>
            </a:pPr>
            <a:r>
              <a:rPr lang="en-US"/>
              <a:t>Dừng sớm: nếu f1 tập kiểm thử không tăng sau 15 vòng lặp huấn luyện</a:t>
            </a:r>
          </a:p>
          <a:p>
            <a:pPr>
              <a:buFontTx/>
              <a:buChar char="-"/>
            </a:pPr>
            <a:r>
              <a:rPr lang="en-US"/>
              <a:t>Số vòng lặp huấn luyện: 50 – 100 – </a:t>
            </a:r>
            <a:r>
              <a:rPr lang="en-US" b="1"/>
              <a:t>200</a:t>
            </a:r>
            <a:r>
              <a:rPr lang="en-US"/>
              <a:t> – 300</a:t>
            </a:r>
          </a:p>
          <a:p>
            <a:pPr>
              <a:buFontTx/>
              <a:buChar char="-"/>
            </a:pPr>
            <a:r>
              <a:rPr lang="en-US"/>
              <a:t>Số tầng tích chập: </a:t>
            </a:r>
            <a:r>
              <a:rPr lang="en-US" b="1"/>
              <a:t>3</a:t>
            </a:r>
            <a:r>
              <a:rPr lang="en-US"/>
              <a:t> – 4 – 5</a:t>
            </a:r>
          </a:p>
          <a:p>
            <a:pPr>
              <a:buFontTx/>
              <a:buChar char="-"/>
            </a:pPr>
            <a:r>
              <a:rPr lang="en-US"/>
              <a:t>Số bộ lọc tầng tích chập đầu tiên: 8 – 16 – </a:t>
            </a:r>
            <a:r>
              <a:rPr lang="en-US" b="1"/>
              <a:t>32</a:t>
            </a:r>
          </a:p>
          <a:p>
            <a:pPr>
              <a:buFontTx/>
              <a:buChar char="-"/>
            </a:pPr>
            <a:r>
              <a:rPr lang="en-US"/>
              <a:t>Kích thước đầu ra lớp kết nối đầy đủ đầu tiên: 64 – 100 – </a:t>
            </a:r>
            <a:r>
              <a:rPr lang="en-US" b="1"/>
              <a:t>128</a:t>
            </a:r>
            <a:r>
              <a:rPr lang="en-US"/>
              <a:t> – 256</a:t>
            </a:r>
          </a:p>
          <a:p>
            <a:pPr>
              <a:buFontTx/>
              <a:buChar char="-"/>
            </a:pPr>
            <a:r>
              <a:rPr lang="en-US"/>
              <a:t>Tỷ lệ dropout lớp kết nối đầy đủ đầu tiên: </a:t>
            </a:r>
            <a:r>
              <a:rPr lang="en-US" b="1"/>
              <a:t>0,10</a:t>
            </a:r>
            <a:r>
              <a:rPr lang="en-US"/>
              <a:t> – 0,25 – 0,35 – 0,5</a:t>
            </a:r>
          </a:p>
        </p:txBody>
      </p:sp>
      <p:sp>
        <p:nvSpPr>
          <p:cNvPr id="3" name="Title 2">
            <a:extLst>
              <a:ext uri="{FF2B5EF4-FFF2-40B4-BE49-F238E27FC236}">
                <a16:creationId xmlns:a16="http://schemas.microsoft.com/office/drawing/2014/main" id="{85616B9D-204C-8B7C-A65B-04040C695201}"/>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355245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8252-9354-BF3E-1240-5D0B2330F7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B4AA1-9300-9362-12F2-2DBDC523E2FF}"/>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Kết quả thử nghiệm</a:t>
            </a:r>
          </a:p>
          <a:p>
            <a:pPr>
              <a:buFontTx/>
              <a:buChar char="-"/>
            </a:pPr>
            <a:r>
              <a:rPr lang="en-US"/>
              <a:t>F1 cho các kết quả dương tính (1) là </a:t>
            </a:r>
            <a:r>
              <a:rPr lang="en-US" b="1"/>
              <a:t>87,15%</a:t>
            </a:r>
            <a:r>
              <a:rPr lang="en-US"/>
              <a:t> và âm tính (0) là </a:t>
            </a:r>
            <a:r>
              <a:rPr lang="en-US" b="1"/>
              <a:t>91,29% </a:t>
            </a:r>
            <a:r>
              <a:rPr lang="en-US"/>
              <a:t>→ trung bình trọng số là </a:t>
            </a:r>
            <a:r>
              <a:rPr lang="en-US" b="1"/>
              <a:t>89,61%</a:t>
            </a:r>
          </a:p>
          <a:p>
            <a:pPr>
              <a:buFontTx/>
              <a:buChar char="-"/>
            </a:pPr>
            <a:endParaRPr lang="en-US"/>
          </a:p>
        </p:txBody>
      </p:sp>
      <p:sp>
        <p:nvSpPr>
          <p:cNvPr id="3" name="Title 2">
            <a:extLst>
              <a:ext uri="{FF2B5EF4-FFF2-40B4-BE49-F238E27FC236}">
                <a16:creationId xmlns:a16="http://schemas.microsoft.com/office/drawing/2014/main" id="{16C8D757-D186-DA76-C207-01699741B7FB}"/>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108C97FF-F8E5-B408-F618-35EA1D41CEF1}"/>
              </a:ext>
            </a:extLst>
          </p:cNvPr>
          <p:cNvPicPr>
            <a:picLocks noChangeAspect="1"/>
          </p:cNvPicPr>
          <p:nvPr/>
        </p:nvPicPr>
        <p:blipFill>
          <a:blip r:embed="rId2"/>
          <a:stretch>
            <a:fillRect/>
          </a:stretch>
        </p:blipFill>
        <p:spPr>
          <a:xfrm>
            <a:off x="452978" y="2080050"/>
            <a:ext cx="11176364" cy="3960000"/>
          </a:xfrm>
          <a:prstGeom prst="rect">
            <a:avLst/>
          </a:prstGeom>
        </p:spPr>
      </p:pic>
    </p:spTree>
    <p:extLst>
      <p:ext uri="{BB962C8B-B14F-4D97-AF65-F5344CB8AC3E}">
        <p14:creationId xmlns:p14="http://schemas.microsoft.com/office/powerpoint/2010/main" val="526014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5D49-1830-CA35-153B-7D76FEB2028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EC90067-E02F-64F4-F0D6-2DF7C7A16C1F}"/>
              </a:ext>
            </a:extLst>
          </p:cNvPr>
          <p:cNvPicPr>
            <a:picLocks noChangeAspect="1"/>
          </p:cNvPicPr>
          <p:nvPr/>
        </p:nvPicPr>
        <p:blipFill>
          <a:blip r:embed="rId2"/>
          <a:stretch>
            <a:fillRect/>
          </a:stretch>
        </p:blipFill>
        <p:spPr>
          <a:xfrm>
            <a:off x="1597187" y="4064910"/>
            <a:ext cx="8887945" cy="1965776"/>
          </a:xfrm>
          <a:prstGeom prst="rect">
            <a:avLst/>
          </a:prstGeom>
        </p:spPr>
      </p:pic>
      <p:sp>
        <p:nvSpPr>
          <p:cNvPr id="2" name="Content Placeholder 1">
            <a:extLst>
              <a:ext uri="{FF2B5EF4-FFF2-40B4-BE49-F238E27FC236}">
                <a16:creationId xmlns:a16="http://schemas.microsoft.com/office/drawing/2014/main" id="{E4E76898-1F88-D683-9BA4-03AE8DEA31CB}"/>
              </a:ext>
            </a:extLst>
          </p:cNvPr>
          <p:cNvSpPr>
            <a:spLocks noGrp="1"/>
          </p:cNvSpPr>
          <p:nvPr>
            <p:ph idx="1"/>
          </p:nvPr>
        </p:nvSpPr>
        <p:spPr>
          <a:xfrm>
            <a:off x="540620" y="1206631"/>
            <a:ext cx="11001080" cy="3613847"/>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DenseNet là Mạng tích chập kết nối dày đặc, được phát triển bởi Huang và cộng sự trong bài báo Densely Connected Convolutional Network (2017).</a:t>
            </a:r>
          </a:p>
          <a:p>
            <a:pPr>
              <a:spcBef>
                <a:spcPts val="300"/>
              </a:spcBef>
              <a:spcAft>
                <a:spcPts val="300"/>
              </a:spcAft>
              <a:buFontTx/>
              <a:buChar char="-"/>
            </a:pPr>
            <a:r>
              <a:rPr lang="en-US"/>
              <a:t>Điểm mới: Tái sử dụng đặc trưng qua việc ghép nối các bản đồ đặc trưng từ lớp trước đó</a:t>
            </a:r>
          </a:p>
          <a:p>
            <a:pPr lvl="1">
              <a:spcBef>
                <a:spcPts val="300"/>
              </a:spcBef>
              <a:spcAft>
                <a:spcPts val="300"/>
              </a:spcAft>
              <a:buFontTx/>
              <a:buChar char="-"/>
            </a:pPr>
            <a:r>
              <a:rPr lang="en-US"/>
              <a:t>Giảm thiểu tiêu biến Gradient: Luồng gradient được cải thiện nhờ mỗi lớp có kết nối trực tiếp tới đầu vào và hàm mất mát cuối cùng</a:t>
            </a:r>
          </a:p>
          <a:p>
            <a:pPr lvl="1">
              <a:spcBef>
                <a:spcPts val="300"/>
              </a:spcBef>
              <a:spcAft>
                <a:spcPts val="300"/>
              </a:spcAft>
              <a:buFontTx/>
              <a:buChar char="-"/>
            </a:pPr>
            <a:r>
              <a:rPr lang="en-US"/>
              <a:t>Tái sử dụng đặc trưng: Tất cả các lớp đều có quyền truy cập vào các bản đồ đặc trưng từ tất cả các lớp trước đó</a:t>
            </a:r>
          </a:p>
          <a:p>
            <a:pPr lvl="1">
              <a:spcBef>
                <a:spcPts val="300"/>
              </a:spcBef>
              <a:spcAft>
                <a:spcPts val="300"/>
              </a:spcAft>
              <a:buFontTx/>
              <a:buChar char="-"/>
            </a:pPr>
            <a:r>
              <a:rPr lang="en-US"/>
              <a:t>Giảm số lượng tham số: Nhờ tái sử dụng đặc trưng thay vì học lại</a:t>
            </a:r>
          </a:p>
        </p:txBody>
      </p:sp>
      <p:sp>
        <p:nvSpPr>
          <p:cNvPr id="3" name="Title 2">
            <a:extLst>
              <a:ext uri="{FF2B5EF4-FFF2-40B4-BE49-F238E27FC236}">
                <a16:creationId xmlns:a16="http://schemas.microsoft.com/office/drawing/2014/main" id="{D9DD9FF1-BE3F-C4B0-FB00-722E0A02D070}"/>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3146810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4D7F-8D2F-304D-DBC2-5E40B70F29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A19FCF9-6BBF-23E6-1598-F1E766A3CA10}"/>
                  </a:ext>
                </a:extLst>
              </p:cNvPr>
              <p:cNvSpPr>
                <a:spLocks noGrp="1"/>
              </p:cNvSpPr>
              <p:nvPr>
                <p:ph idx="1"/>
              </p:nvPr>
            </p:nvSpPr>
            <p:spPr>
              <a:xfrm>
                <a:off x="540620" y="1206631"/>
                <a:ext cx="5450605" cy="4970332"/>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Gồm hai thành phần là Khối Dày đặc (Dense blocks) và Lớp Chuyển tiếp (Transition layers)</a:t>
                </a:r>
              </a:p>
              <a:p>
                <a:pPr>
                  <a:spcBef>
                    <a:spcPts val="300"/>
                  </a:spcBef>
                  <a:spcAft>
                    <a:spcPts val="300"/>
                  </a:spcAft>
                  <a:buFontTx/>
                  <a:buChar char="-"/>
                </a:pPr>
                <a:r>
                  <a:rPr lang="en-US"/>
                  <a:t>Khối dày đặc: Là chuỗi các lớp tích chập</a:t>
                </a:r>
              </a:p>
              <a:p>
                <a:pPr lvl="1">
                  <a:spcBef>
                    <a:spcPts val="300"/>
                  </a:spcBef>
                  <a:spcAft>
                    <a:spcPts val="300"/>
                  </a:spcAft>
                  <a:buFontTx/>
                  <a:buChar char="-"/>
                </a:pPr>
                <a:r>
                  <a:rPr lang="en-US"/>
                  <a:t>Kết nối dày đặc: Mỗi lớp </a:t>
                </a:r>
                <a14:m>
                  <m:oMath xmlns:m="http://schemas.openxmlformats.org/officeDocument/2006/math">
                    <m:r>
                      <a:rPr lang="en-US" b="0" i="1" smtClean="0">
                        <a:latin typeface="Cambria Math" panose="02040503050406030204" pitchFamily="18" charset="0"/>
                      </a:rPr>
                      <m:t>𝐿</m:t>
                    </m:r>
                  </m:oMath>
                </a14:m>
                <a:r>
                  <a:rPr lang="en-US"/>
                  <a:t> sử dụng đầu vào là bản đồ đặc trưng từ các lớp trước đó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𝐿</m:t>
                            </m:r>
                            <m:r>
                              <a:rPr lang="en-US" b="0" i="1" smtClean="0">
                                <a:latin typeface="Cambria Math" panose="02040503050406030204" pitchFamily="18" charset="0"/>
                              </a:rPr>
                              <m:t>−1</m:t>
                            </m:r>
                          </m:sub>
                        </m:sSub>
                      </m:e>
                    </m:d>
                  </m:oMath>
                </a14:m>
                <a:r>
                  <a:rPr lang="en-US"/>
                  <a:t> và tương ứng đầu ra của nó được sử dụng làm đầu vào cho tất cả các lớp sau đó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𝑁</m:t>
                        </m:r>
                      </m:sub>
                    </m:sSub>
                    <m:r>
                      <a:rPr lang="en-US" b="0" i="1" smtClean="0">
                        <a:latin typeface="Cambria Math" panose="02040503050406030204" pitchFamily="18" charset="0"/>
                      </a:rPr>
                      <m:t>)</m:t>
                    </m:r>
                  </m:oMath>
                </a14:m>
                <a:r>
                  <a:rPr lang="en-US"/>
                  <a:t>.</a:t>
                </a:r>
              </a:p>
              <a:p>
                <a:pPr lvl="1">
                  <a:spcBef>
                    <a:spcPts val="300"/>
                  </a:spcBef>
                  <a:spcAft>
                    <a:spcPts val="300"/>
                  </a:spcAft>
                  <a:buFontTx/>
                  <a:buChar char="-"/>
                </a:pPr>
                <a:r>
                  <a:rPr lang="en-US"/>
                  <a:t>Tốc độ tăng trưởng: Mỗi lớp tạo ra </a:t>
                </a:r>
                <a14:m>
                  <m:oMath xmlns:m="http://schemas.openxmlformats.org/officeDocument/2006/math">
                    <m:r>
                      <a:rPr lang="en-US" b="0" i="1" smtClean="0">
                        <a:latin typeface="Cambria Math" panose="02040503050406030204" pitchFamily="18" charset="0"/>
                      </a:rPr>
                      <m:t>𝑘</m:t>
                    </m:r>
                  </m:oMath>
                </a14:m>
                <a:r>
                  <a:rPr lang="en-US"/>
                  <a:t> bản đồ đặc trưng mới vào kiến thức chung của khối</a:t>
                </a:r>
              </a:p>
              <a:p>
                <a:pPr lvl="1">
                  <a:spcBef>
                    <a:spcPts val="300"/>
                  </a:spcBef>
                  <a:spcAft>
                    <a:spcPts val="300"/>
                  </a:spcAft>
                  <a:buFontTx/>
                  <a:buChar char="-"/>
                </a:pPr>
                <a:r>
                  <a:rPr lang="en-US"/>
                  <a:t>Lớp thắt cổ chai: Mỗi lớp trong khối trước tiên sử dụng tích chập </a:t>
                </a:r>
                <a14:m>
                  <m:oMath xmlns:m="http://schemas.openxmlformats.org/officeDocument/2006/math">
                    <m:r>
                      <a:rPr lang="en-US" b="0" i="1" smtClean="0">
                        <a:latin typeface="Cambria Math" panose="02040503050406030204" pitchFamily="18" charset="0"/>
                      </a:rPr>
                      <m:t>1×1</m:t>
                    </m:r>
                  </m:oMath>
                </a14:m>
                <a:r>
                  <a:rPr lang="en-US"/>
                  <a:t> (giảm số lượng kênh đầu vào xuống </a:t>
                </a:r>
                <a14:m>
                  <m:oMath xmlns:m="http://schemas.openxmlformats.org/officeDocument/2006/math">
                    <m:r>
                      <a:rPr lang="en-US" b="0" i="0" smtClean="0">
                        <a:latin typeface="Cambria Math" panose="02040503050406030204" pitchFamily="18" charset="0"/>
                      </a:rPr>
                      <m:t>4</m:t>
                    </m:r>
                    <m:r>
                      <a:rPr lang="en-US" b="0" i="1" smtClean="0">
                        <a:latin typeface="Cambria Math" panose="02040503050406030204" pitchFamily="18" charset="0"/>
                      </a:rPr>
                      <m:t>×</m:t>
                    </m:r>
                    <m:r>
                      <a:rPr lang="en-US" b="0" i="1" smtClean="0">
                        <a:latin typeface="Cambria Math" panose="02040503050406030204" pitchFamily="18" charset="0"/>
                      </a:rPr>
                      <m:t>𝑘</m:t>
                    </m:r>
                  </m:oMath>
                </a14:m>
                <a:r>
                  <a:rPr lang="en-US"/>
                  <a:t>) trước khi tích chập chính </a:t>
                </a:r>
                <a14:m>
                  <m:oMath xmlns:m="http://schemas.openxmlformats.org/officeDocument/2006/math">
                    <m:r>
                      <a:rPr lang="en-US" b="0" i="1" smtClean="0">
                        <a:latin typeface="Cambria Math" panose="02040503050406030204" pitchFamily="18" charset="0"/>
                      </a:rPr>
                      <m:t>3×3</m:t>
                    </m:r>
                  </m:oMath>
                </a14:m>
                <a:r>
                  <a:rPr lang="en-US"/>
                  <a:t> (tạo ra </a:t>
                </a:r>
                <a14:m>
                  <m:oMath xmlns:m="http://schemas.openxmlformats.org/officeDocument/2006/math">
                    <m:r>
                      <a:rPr lang="en-US" b="0" i="1" smtClean="0">
                        <a:latin typeface="Cambria Math" panose="02040503050406030204" pitchFamily="18" charset="0"/>
                      </a:rPr>
                      <m:t>𝑘</m:t>
                    </m:r>
                  </m:oMath>
                </a14:m>
                <a:r>
                  <a:rPr lang="en-US"/>
                  <a:t> bản đồ đặc trưng đầu ra) để hạn chế chi phí tính toán</a:t>
                </a:r>
              </a:p>
            </p:txBody>
          </p:sp>
        </mc:Choice>
        <mc:Fallback xmlns="">
          <p:sp>
            <p:nvSpPr>
              <p:cNvPr id="2" name="Content Placeholder 1">
                <a:extLst>
                  <a:ext uri="{FF2B5EF4-FFF2-40B4-BE49-F238E27FC236}">
                    <a16:creationId xmlns:a16="http://schemas.microsoft.com/office/drawing/2014/main" id="{BA19FCF9-6BBF-23E6-1598-F1E766A3CA10}"/>
                  </a:ext>
                </a:extLst>
              </p:cNvPr>
              <p:cNvSpPr>
                <a:spLocks noGrp="1" noRot="1" noChangeAspect="1" noMove="1" noResize="1" noEditPoints="1" noAdjustHandles="1" noChangeArrowheads="1" noChangeShapeType="1" noTextEdit="1"/>
              </p:cNvSpPr>
              <p:nvPr>
                <p:ph idx="1"/>
              </p:nvPr>
            </p:nvSpPr>
            <p:spPr>
              <a:xfrm>
                <a:off x="540620" y="1206631"/>
                <a:ext cx="5450605" cy="4970332"/>
              </a:xfrm>
              <a:blipFill>
                <a:blip r:embed="rId2"/>
                <a:stretch>
                  <a:fillRect l="-671" t="-123" r="-1230"/>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2C43612A-B7B7-7CBA-6708-B51EBD7DF383}"/>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A5CB35B9-D4DB-E621-0639-7D91FAF2FAA1}"/>
              </a:ext>
            </a:extLst>
          </p:cNvPr>
          <p:cNvPicPr>
            <a:picLocks noChangeAspect="1"/>
          </p:cNvPicPr>
          <p:nvPr/>
        </p:nvPicPr>
        <p:blipFill>
          <a:blip r:embed="rId3"/>
          <a:stretch>
            <a:fillRect/>
          </a:stretch>
        </p:blipFill>
        <p:spPr>
          <a:xfrm>
            <a:off x="6391455" y="1628813"/>
            <a:ext cx="5150245" cy="4335517"/>
          </a:xfrm>
          <a:prstGeom prst="rect">
            <a:avLst/>
          </a:prstGeom>
        </p:spPr>
      </p:pic>
    </p:spTree>
    <p:extLst>
      <p:ext uri="{BB962C8B-B14F-4D97-AF65-F5344CB8AC3E}">
        <p14:creationId xmlns:p14="http://schemas.microsoft.com/office/powerpoint/2010/main" val="3680972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43D35-9ED8-6513-A2A0-A635528858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54AD912-5F9B-D2E3-D9FA-F2748E3A072E}"/>
                  </a:ext>
                </a:extLst>
              </p:cNvPr>
              <p:cNvSpPr>
                <a:spLocks noGrp="1"/>
              </p:cNvSpPr>
              <p:nvPr>
                <p:ph idx="1"/>
              </p:nvPr>
            </p:nvSpPr>
            <p:spPr>
              <a:xfrm>
                <a:off x="540620" y="1206631"/>
                <a:ext cx="10972800" cy="4970332"/>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Lớp Chuyển tiếp: Đặt giữa các khối Dày đặc nhằm giảm kích thước các bản đồ đặc trưng và giảm số lượng kênh</a:t>
                </a:r>
              </a:p>
              <a:p>
                <a:pPr lvl="1">
                  <a:spcBef>
                    <a:spcPts val="300"/>
                  </a:spcBef>
                  <a:spcAft>
                    <a:spcPts val="300"/>
                  </a:spcAft>
                  <a:buFontTx/>
                  <a:buChar char="-"/>
                </a:pPr>
                <a:r>
                  <a:rPr lang="en-US"/>
                  <a:t>Tích chập </a:t>
                </a:r>
                <a14:m>
                  <m:oMath xmlns:m="http://schemas.openxmlformats.org/officeDocument/2006/math">
                    <m:r>
                      <a:rPr lang="en-US" b="0" i="1" smtClean="0">
                        <a:latin typeface="Cambria Math" panose="02040503050406030204" pitchFamily="18" charset="0"/>
                      </a:rPr>
                      <m:t>1×1</m:t>
                    </m:r>
                  </m:oMath>
                </a14:m>
                <a:r>
                  <a:rPr lang="en-US"/>
                  <a:t>: Giảm số lượng bản đồ đặc trưng </a:t>
                </a:r>
              </a:p>
              <a:p>
                <a:pPr lvl="1">
                  <a:spcBef>
                    <a:spcPts val="300"/>
                  </a:spcBef>
                  <a:spcAft>
                    <a:spcPts val="300"/>
                  </a:spcAft>
                  <a:buFontTx/>
                  <a:buChar char="-"/>
                </a:pPr>
                <a:r>
                  <a:rPr lang="en-US"/>
                  <a:t>Gộp trung bình </a:t>
                </a:r>
                <a14:m>
                  <m:oMath xmlns:m="http://schemas.openxmlformats.org/officeDocument/2006/math">
                    <m:r>
                      <a:rPr lang="en-US" b="0" i="1" smtClean="0">
                        <a:latin typeface="Cambria Math" panose="02040503050406030204" pitchFamily="18" charset="0"/>
                      </a:rPr>
                      <m:t>2×2</m:t>
                    </m:r>
                  </m:oMath>
                </a14:m>
                <a:r>
                  <a:rPr lang="en-US"/>
                  <a:t> với sải </a:t>
                </a:r>
                <a14:m>
                  <m:oMath xmlns:m="http://schemas.openxmlformats.org/officeDocument/2006/math">
                    <m:r>
                      <a:rPr lang="en-US" b="0" i="1" smtClean="0">
                        <a:latin typeface="Cambria Math" panose="02040503050406030204" pitchFamily="18" charset="0"/>
                      </a:rPr>
                      <m:t>2</m:t>
                    </m:r>
                  </m:oMath>
                </a14:m>
                <a:r>
                  <a:rPr lang="en-US"/>
                  <a:t>: Giảm một nửa kích thước chiều cao và chiều rộng của các bản đồ đặc trưng</a:t>
                </a:r>
              </a:p>
              <a:p>
                <a:pPr lvl="1">
                  <a:spcBef>
                    <a:spcPts val="300"/>
                  </a:spcBef>
                  <a:spcAft>
                    <a:spcPts val="300"/>
                  </a:spcAft>
                  <a:buFontTx/>
                  <a:buChar char="-"/>
                </a:pPr>
                <a:endParaRPr lang="en-US"/>
              </a:p>
            </p:txBody>
          </p:sp>
        </mc:Choice>
        <mc:Fallback xmlns="">
          <p:sp>
            <p:nvSpPr>
              <p:cNvPr id="2" name="Content Placeholder 1">
                <a:extLst>
                  <a:ext uri="{FF2B5EF4-FFF2-40B4-BE49-F238E27FC236}">
                    <a16:creationId xmlns:a16="http://schemas.microsoft.com/office/drawing/2014/main" id="{C54AD912-5F9B-D2E3-D9FA-F2748E3A072E}"/>
                  </a:ext>
                </a:extLst>
              </p:cNvPr>
              <p:cNvSpPr>
                <a:spLocks noGrp="1" noRot="1" noChangeAspect="1" noMove="1" noResize="1" noEditPoints="1" noAdjustHandles="1" noChangeArrowheads="1" noChangeShapeType="1" noTextEdit="1"/>
              </p:cNvSpPr>
              <p:nvPr>
                <p:ph idx="1"/>
              </p:nvPr>
            </p:nvSpPr>
            <p:spPr>
              <a:xfrm>
                <a:off x="540620" y="1206631"/>
                <a:ext cx="10972800" cy="4970332"/>
              </a:xfrm>
              <a:blipFill>
                <a:blip r:embed="rId2"/>
                <a:stretch>
                  <a:fillRect l="-333" t="-123"/>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797281D9-CE53-BD92-139B-0BF7F746ECCA}"/>
              </a:ext>
            </a:extLst>
          </p:cNvPr>
          <p:cNvSpPr>
            <a:spLocks noGrp="1"/>
          </p:cNvSpPr>
          <p:nvPr>
            <p:ph type="title"/>
          </p:nvPr>
        </p:nvSpPr>
        <p:spPr/>
        <p:txBody>
          <a:bodyPr/>
          <a:lstStyle/>
          <a:p>
            <a:r>
              <a:rPr lang="en-US"/>
              <a:t>THỰC NGHIỆM</a:t>
            </a:r>
            <a:endParaRPr lang="en-GB"/>
          </a:p>
        </p:txBody>
      </p:sp>
      <p:pic>
        <p:nvPicPr>
          <p:cNvPr id="4" name="Picture 3">
            <a:extLst>
              <a:ext uri="{FF2B5EF4-FFF2-40B4-BE49-F238E27FC236}">
                <a16:creationId xmlns:a16="http://schemas.microsoft.com/office/drawing/2014/main" id="{6D2DFA5F-DD27-D203-8507-CB9062CE0ADD}"/>
              </a:ext>
            </a:extLst>
          </p:cNvPr>
          <p:cNvPicPr>
            <a:picLocks noChangeAspect="1"/>
          </p:cNvPicPr>
          <p:nvPr/>
        </p:nvPicPr>
        <p:blipFill>
          <a:blip r:embed="rId3"/>
          <a:stretch>
            <a:fillRect/>
          </a:stretch>
        </p:blipFill>
        <p:spPr>
          <a:xfrm>
            <a:off x="1583047" y="3132242"/>
            <a:ext cx="8887945" cy="1965776"/>
          </a:xfrm>
          <a:prstGeom prst="rect">
            <a:avLst/>
          </a:prstGeom>
        </p:spPr>
      </p:pic>
    </p:spTree>
    <p:extLst>
      <p:ext uri="{BB962C8B-B14F-4D97-AF65-F5344CB8AC3E}">
        <p14:creationId xmlns:p14="http://schemas.microsoft.com/office/powerpoint/2010/main" val="1743110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0C73-67D2-BEE9-8631-CBC54F22B2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DA6B8C-5847-33C0-44F4-9D9D8D32B3A9}"/>
              </a:ext>
            </a:extLst>
          </p:cNvPr>
          <p:cNvSpPr>
            <a:spLocks noGrp="1"/>
          </p:cNvSpPr>
          <p:nvPr>
            <p:ph idx="1"/>
          </p:nvPr>
        </p:nvSpPr>
        <p:spPr>
          <a:xfrm>
            <a:off x="540620" y="1206631"/>
            <a:ext cx="3327437" cy="4970332"/>
          </a:xfrm>
        </p:spPr>
        <p:txBody>
          <a:bodyPr/>
          <a:lstStyle/>
          <a:p>
            <a:pPr marL="0" indent="0">
              <a:spcBef>
                <a:spcPts val="300"/>
              </a:spcBef>
              <a:spcAft>
                <a:spcPts val="300"/>
              </a:spcAft>
              <a:buNone/>
            </a:pPr>
            <a:r>
              <a:rPr lang="en-US" b="1"/>
              <a:t>Mô hình DenseNet169:</a:t>
            </a:r>
            <a:endParaRPr lang="en-US"/>
          </a:p>
          <a:p>
            <a:pPr>
              <a:spcBef>
                <a:spcPts val="300"/>
              </a:spcBef>
              <a:spcAft>
                <a:spcPts val="300"/>
              </a:spcAft>
              <a:buFontTx/>
              <a:buChar char="-"/>
            </a:pPr>
            <a:r>
              <a:rPr lang="en-US"/>
              <a:t>Kiến trúc: 169 lớp</a:t>
            </a:r>
          </a:p>
          <a:p>
            <a:pPr>
              <a:spcBef>
                <a:spcPts val="300"/>
              </a:spcBef>
              <a:spcAft>
                <a:spcPts val="300"/>
              </a:spcAft>
              <a:buFontTx/>
              <a:buChar char="-"/>
            </a:pPr>
            <a:r>
              <a:rPr lang="en-US"/>
              <a:t>Trọng số: </a:t>
            </a:r>
            <a:r>
              <a:rPr lang="en-GB"/>
              <a:t>IMAGENET1K_V1 </a:t>
            </a:r>
            <a:r>
              <a:rPr lang="en-US"/>
              <a:t>tiền huấn luyện từ bộ dữ liệu ImageNet</a:t>
            </a:r>
          </a:p>
          <a:p>
            <a:pPr lvl="1">
              <a:spcBef>
                <a:spcPts val="300"/>
              </a:spcBef>
              <a:spcAft>
                <a:spcPts val="300"/>
              </a:spcAft>
              <a:buFontTx/>
              <a:buChar char="-"/>
            </a:pPr>
            <a:r>
              <a:rPr lang="en-US"/>
              <a:t>1,28 triệu ảnh huấn luyện</a:t>
            </a:r>
          </a:p>
          <a:p>
            <a:pPr lvl="1">
              <a:spcBef>
                <a:spcPts val="300"/>
              </a:spcBef>
              <a:spcAft>
                <a:spcPts val="300"/>
              </a:spcAft>
              <a:buFontTx/>
              <a:buChar char="-"/>
            </a:pPr>
            <a:r>
              <a:rPr lang="en-US"/>
              <a:t>50.000 ảnh kiểm định</a:t>
            </a:r>
          </a:p>
          <a:p>
            <a:pPr lvl="1">
              <a:spcBef>
                <a:spcPts val="300"/>
              </a:spcBef>
              <a:spcAft>
                <a:spcPts val="300"/>
              </a:spcAft>
              <a:buFontTx/>
              <a:buChar char="-"/>
            </a:pPr>
            <a:r>
              <a:rPr lang="en-US"/>
              <a:t>Danh mục 1.000 đối tượng</a:t>
            </a:r>
          </a:p>
        </p:txBody>
      </p:sp>
      <p:sp>
        <p:nvSpPr>
          <p:cNvPr id="3" name="Title 2">
            <a:extLst>
              <a:ext uri="{FF2B5EF4-FFF2-40B4-BE49-F238E27FC236}">
                <a16:creationId xmlns:a16="http://schemas.microsoft.com/office/drawing/2014/main" id="{0E8AE479-E1DD-F7BB-58EA-7AB68CAD1279}"/>
              </a:ext>
            </a:extLst>
          </p:cNvPr>
          <p:cNvSpPr>
            <a:spLocks noGrp="1"/>
          </p:cNvSpPr>
          <p:nvPr>
            <p:ph type="title"/>
          </p:nvPr>
        </p:nvSpPr>
        <p:spPr/>
        <p:txBody>
          <a:bodyPr/>
          <a:lstStyle/>
          <a:p>
            <a:r>
              <a:rPr lang="en-US"/>
              <a:t>THỰC NGHIỆM</a:t>
            </a:r>
            <a:endParaRPr lang="en-GB"/>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8B31CEA3-9276-6120-A9F1-4E05E818D443}"/>
                  </a:ext>
                </a:extLst>
              </p:cNvPr>
              <p:cNvGraphicFramePr>
                <a:graphicFrameLocks noGrp="1"/>
              </p:cNvGraphicFramePr>
              <p:nvPr>
                <p:extLst>
                  <p:ext uri="{D42A27DB-BD31-4B8C-83A1-F6EECF244321}">
                    <p14:modId xmlns:p14="http://schemas.microsoft.com/office/powerpoint/2010/main" val="1883539659"/>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02566">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Thành phần (</a:t>
                          </a:r>
                          <a14:m>
                            <m:oMath xmlns:m="http://schemas.openxmlformats.org/officeDocument/2006/math">
                              <m:r>
                                <a:rPr lang="en-US" sz="1200" b="1" i="1" smtClean="0">
                                  <a:latin typeface="Cambria Math" panose="02040503050406030204" pitchFamily="18" charset="0"/>
                                </a:rPr>
                                <m:t>𝒌</m:t>
                              </m:r>
                              <m:r>
                                <a:rPr lang="en-US" sz="1200" b="1" i="1" smtClean="0">
                                  <a:latin typeface="Cambria Math" panose="02040503050406030204" pitchFamily="18" charset="0"/>
                                </a:rPr>
                                <m:t>=</m:t>
                              </m:r>
                              <m:r>
                                <a:rPr lang="en-US" sz="1200" b="1" i="1" smtClean="0">
                                  <a:latin typeface="Cambria Math" panose="02040503050406030204" pitchFamily="18" charset="0"/>
                                </a:rPr>
                                <m:t>𝟑𝟐</m:t>
                              </m:r>
                              <m:r>
                                <a:rPr lang="en-US" sz="1200" b="1" i="1" smtClean="0">
                                  <a:latin typeface="Cambria Math" panose="02040503050406030204" pitchFamily="18" charset="0"/>
                                </a:rPr>
                                <m:t>)</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464842"/>
                      </a:ext>
                    </a:extLst>
                  </a:tr>
                  <a:tr h="202566">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112×112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sz="1200" b="0" i="0" smtClean="0">
                                  <a:latin typeface="Cambria Math" panose="02040503050406030204" pitchFamily="18" charset="0"/>
                                </a:rPr>
                                <m:t>7×7</m:t>
                              </m:r>
                            </m:oMath>
                          </a14:m>
                          <a:r>
                            <a:rPr lang="en-GB" sz="1200" i="0"/>
                            <a:t> tích</a:t>
                          </a:r>
                          <a:r>
                            <a:rPr lang="en-GB" sz="1200" i="0" baseline="0"/>
                            <a:t> chập, sải </a:t>
                          </a:r>
                          <a14:m>
                            <m:oMath xmlns:m="http://schemas.openxmlformats.org/officeDocument/2006/math">
                              <m:r>
                                <a:rPr lang="en-US" sz="1200" b="0" i="0" baseline="0" smtClean="0">
                                  <a:latin typeface="Cambria Math" panose="02040503050406030204" pitchFamily="18" charset="0"/>
                                </a:rPr>
                                <m:t>2</m:t>
                              </m:r>
                            </m:oMath>
                          </a14:m>
                          <a:r>
                            <a:rPr lang="en-GB" sz="1200" i="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1754348"/>
                      </a:ext>
                    </a:extLst>
                  </a:tr>
                  <a:tr h="202566">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3×3</m:t>
                              </m:r>
                            </m:oMath>
                          </a14:m>
                          <a:r>
                            <a:rPr lang="en-GB" sz="1200" i="0"/>
                            <a:t> gộp</a:t>
                          </a:r>
                          <a:r>
                            <a:rPr lang="en-GB" sz="1200" i="0" baseline="0"/>
                            <a:t> tối đa, sải </a:t>
                          </a:r>
                          <a14:m>
                            <m:oMath xmlns:m="http://schemas.openxmlformats.org/officeDocument/2006/math">
                              <m:r>
                                <a:rPr lang="en-US" sz="1200" b="0" i="0" baseline="0" smtClean="0">
                                  <a:latin typeface="Cambria Math" panose="02040503050406030204" pitchFamily="18" charset="0"/>
                                </a:rPr>
                                <m:t>2</m:t>
                              </m:r>
                            </m:oMath>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55316595"/>
                      </a:ext>
                    </a:extLst>
                  </a:tr>
                  <a:tr h="368041">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0" smtClean="0">
                                        <a:latin typeface="Cambria Math" panose="02040503050406030204" pitchFamily="18" charset="0"/>
                                      </a:rPr>
                                    </m:ctrlPr>
                                  </m:dPr>
                                  <m:e>
                                    <m:m>
                                      <m:mPr>
                                        <m:mcs>
                                          <m:mc>
                                            <m:mcPr>
                                              <m:count m:val="2"/>
                                              <m:mcJc m:val="center"/>
                                            </m:mcPr>
                                          </m:mc>
                                        </m:mcs>
                                        <m:ctrlPr>
                                          <a:rPr lang="en-GB" sz="1200" i="0" smtClean="0">
                                            <a:latin typeface="Cambria Math" panose="02040503050406030204" pitchFamily="18" charset="0"/>
                                          </a:rPr>
                                        </m:ctrlPr>
                                      </m:mPr>
                                      <m:mr>
                                        <m:e>
                                          <m:r>
                                            <m:rPr>
                                              <m:brk m:alnAt="7"/>
                                            </m:rPr>
                                            <a:rPr lang="en-US" sz="1200" b="0" i="0" smtClean="0">
                                              <a:latin typeface="Cambria Math" panose="02040503050406030204" pitchFamily="18" charset="0"/>
                                            </a:rPr>
                                            <m:t>1</m:t>
                                          </m:r>
                                          <m:r>
                                            <a:rPr lang="en-US" sz="1200" b="0" i="0" smtClean="0">
                                              <a:latin typeface="Cambria Math" panose="02040503050406030204" pitchFamily="18" charset="0"/>
                                            </a:rPr>
                                            <m:t>×1</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r>
                                        <m:e>
                                          <m:r>
                                            <a:rPr lang="en-US" sz="1200" b="0" i="0" smtClean="0">
                                              <a:latin typeface="Cambria Math" panose="02040503050406030204" pitchFamily="18" charset="0"/>
                                            </a:rPr>
                                            <m:t>3×3</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
                                  </m:e>
                                </m:d>
                                <m:r>
                                  <a:rPr lang="en-US" sz="1200" b="0" i="0" smtClean="0">
                                    <a:latin typeface="Cambria Math" panose="02040503050406030204" pitchFamily="18" charset="0"/>
                                  </a:rPr>
                                  <m:t>×6</m:t>
                                </m:r>
                              </m:oMath>
                            </m:oMathPara>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279861"/>
                      </a:ext>
                    </a:extLst>
                  </a:tr>
                  <a:tr h="202566">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1×1</m:t>
                              </m:r>
                            </m:oMath>
                          </a14:m>
                          <a:r>
                            <a:rPr lang="en-GB" sz="1200" i="0"/>
                            <a:t> tích</a:t>
                          </a:r>
                          <a:r>
                            <a:rPr lang="en-GB" sz="1200" i="0" baseline="0"/>
                            <a:t> chập</a:t>
                          </a:r>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1756236"/>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2×2</m:t>
                              </m:r>
                            </m:oMath>
                          </a14:m>
                          <a:r>
                            <a:rPr lang="en-GB" sz="1200" i="0"/>
                            <a:t> gộp</a:t>
                          </a:r>
                          <a:r>
                            <a:rPr lang="en-GB" sz="1200" i="0" baseline="0"/>
                            <a:t> trung bình, sải </a:t>
                          </a:r>
                          <a14:m>
                            <m:oMath xmlns:m="http://schemas.openxmlformats.org/officeDocument/2006/math">
                              <m:r>
                                <a:rPr lang="en-GB" sz="1200" i="0" baseline="0" smtClean="0">
                                  <a:latin typeface="Cambria Math" panose="02040503050406030204" pitchFamily="18" charset="0"/>
                                </a:rPr>
                                <m:t>2</m:t>
                              </m:r>
                            </m:oMath>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75271104"/>
                      </a:ext>
                    </a:extLst>
                  </a:tr>
                  <a:tr h="368041">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0" smtClean="0">
                                        <a:latin typeface="Cambria Math" panose="02040503050406030204" pitchFamily="18" charset="0"/>
                                      </a:rPr>
                                    </m:ctrlPr>
                                  </m:dPr>
                                  <m:e>
                                    <m:m>
                                      <m:mPr>
                                        <m:mcs>
                                          <m:mc>
                                            <m:mcPr>
                                              <m:count m:val="2"/>
                                              <m:mcJc m:val="center"/>
                                            </m:mcPr>
                                          </m:mc>
                                        </m:mcs>
                                        <m:ctrlPr>
                                          <a:rPr lang="en-GB" sz="1200" i="0" smtClean="0">
                                            <a:latin typeface="Cambria Math" panose="02040503050406030204" pitchFamily="18" charset="0"/>
                                          </a:rPr>
                                        </m:ctrlPr>
                                      </m:mPr>
                                      <m:mr>
                                        <m:e>
                                          <m:r>
                                            <m:rPr>
                                              <m:brk m:alnAt="7"/>
                                            </m:rPr>
                                            <a:rPr lang="en-US" sz="1200" b="0" i="0" smtClean="0">
                                              <a:latin typeface="Cambria Math" panose="02040503050406030204" pitchFamily="18" charset="0"/>
                                            </a:rPr>
                                            <m:t>1</m:t>
                                          </m:r>
                                          <m:r>
                                            <a:rPr lang="en-US" sz="1200" b="0" i="0" smtClean="0">
                                              <a:latin typeface="Cambria Math" panose="02040503050406030204" pitchFamily="18" charset="0"/>
                                            </a:rPr>
                                            <m:t>×1</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r>
                                        <m:e>
                                          <m:r>
                                            <a:rPr lang="en-US" sz="1200" b="0" i="0" smtClean="0">
                                              <a:latin typeface="Cambria Math" panose="02040503050406030204" pitchFamily="18" charset="0"/>
                                            </a:rPr>
                                            <m:t>3×3</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
                                  </m:e>
                                </m:d>
                                <m:r>
                                  <a:rPr lang="en-US" sz="1200" b="0" i="0" smtClean="0">
                                    <a:latin typeface="Cambria Math" panose="02040503050406030204" pitchFamily="18" charset="0"/>
                                  </a:rPr>
                                  <m:t>×12</m:t>
                                </m:r>
                              </m:oMath>
                            </m:oMathPara>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8571515"/>
                      </a:ext>
                    </a:extLst>
                  </a:tr>
                  <a:tr h="20538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1×1</m:t>
                              </m:r>
                            </m:oMath>
                          </a14:m>
                          <a:r>
                            <a:rPr lang="en-GB" sz="1200" i="0"/>
                            <a:t> tích</a:t>
                          </a:r>
                          <a:r>
                            <a:rPr lang="en-GB" sz="1200" i="0" baseline="0"/>
                            <a:t> chập</a:t>
                          </a:r>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09703321"/>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2×2</m:t>
                              </m:r>
                            </m:oMath>
                          </a14:m>
                          <a:r>
                            <a:rPr lang="en-GB" sz="1200" i="0"/>
                            <a:t> gộp</a:t>
                          </a:r>
                          <a:r>
                            <a:rPr lang="en-GB" sz="1200" i="0" baseline="0"/>
                            <a:t> trung bình, sải </a:t>
                          </a:r>
                          <a14:m>
                            <m:oMath xmlns:m="http://schemas.openxmlformats.org/officeDocument/2006/math">
                              <m:r>
                                <a:rPr lang="en-GB" sz="1200" i="0" baseline="0" smtClean="0">
                                  <a:latin typeface="Cambria Math" panose="02040503050406030204" pitchFamily="18" charset="0"/>
                                </a:rPr>
                                <m:t>2</m:t>
                              </m:r>
                            </m:oMath>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13280307"/>
                      </a:ext>
                    </a:extLst>
                  </a:tr>
                  <a:tr h="368041">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0" smtClean="0">
                                        <a:latin typeface="Cambria Math" panose="02040503050406030204" pitchFamily="18" charset="0"/>
                                      </a:rPr>
                                    </m:ctrlPr>
                                  </m:dPr>
                                  <m:e>
                                    <m:m>
                                      <m:mPr>
                                        <m:mcs>
                                          <m:mc>
                                            <m:mcPr>
                                              <m:count m:val="2"/>
                                              <m:mcJc m:val="center"/>
                                            </m:mcPr>
                                          </m:mc>
                                        </m:mcs>
                                        <m:ctrlPr>
                                          <a:rPr lang="en-GB" sz="1200" i="0" smtClean="0">
                                            <a:latin typeface="Cambria Math" panose="02040503050406030204" pitchFamily="18" charset="0"/>
                                          </a:rPr>
                                        </m:ctrlPr>
                                      </m:mPr>
                                      <m:mr>
                                        <m:e>
                                          <m:r>
                                            <m:rPr>
                                              <m:brk m:alnAt="7"/>
                                            </m:rPr>
                                            <a:rPr lang="en-US" sz="1200" b="0" i="0" smtClean="0">
                                              <a:latin typeface="Cambria Math" panose="02040503050406030204" pitchFamily="18" charset="0"/>
                                            </a:rPr>
                                            <m:t>1</m:t>
                                          </m:r>
                                          <m:r>
                                            <a:rPr lang="en-US" sz="1200" b="0" i="0" smtClean="0">
                                              <a:latin typeface="Cambria Math" panose="02040503050406030204" pitchFamily="18" charset="0"/>
                                            </a:rPr>
                                            <m:t>×1</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r>
                                        <m:e>
                                          <m:r>
                                            <a:rPr lang="en-US" sz="1200" b="0" i="0" smtClean="0">
                                              <a:latin typeface="Cambria Math" panose="02040503050406030204" pitchFamily="18" charset="0"/>
                                            </a:rPr>
                                            <m:t>3×3</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
                                  </m:e>
                                </m:d>
                                <m:r>
                                  <a:rPr lang="en-US" sz="1200" b="0" i="0" smtClean="0">
                                    <a:latin typeface="Cambria Math" panose="02040503050406030204" pitchFamily="18" charset="0"/>
                                  </a:rPr>
                                  <m:t>×32</m:t>
                                </m:r>
                              </m:oMath>
                            </m:oMathPara>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205104"/>
                      </a:ext>
                    </a:extLst>
                  </a:tr>
                  <a:tr h="202566">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1×1</m:t>
                              </m:r>
                            </m:oMath>
                          </a14:m>
                          <a:r>
                            <a:rPr lang="en-GB" sz="1200" i="0"/>
                            <a:t> tích</a:t>
                          </a:r>
                          <a:r>
                            <a:rPr lang="en-GB" sz="1200" i="0" baseline="0"/>
                            <a:t> chập</a:t>
                          </a:r>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227653"/>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2×2</m:t>
                              </m:r>
                            </m:oMath>
                          </a14:m>
                          <a:r>
                            <a:rPr lang="en-GB" sz="1200" i="0"/>
                            <a:t> gộp</a:t>
                          </a:r>
                          <a:r>
                            <a:rPr lang="en-GB" sz="1200" i="0" baseline="0"/>
                            <a:t> trung bình, sải </a:t>
                          </a:r>
                          <a14:m>
                            <m:oMath xmlns:m="http://schemas.openxmlformats.org/officeDocument/2006/math">
                              <m:r>
                                <a:rPr lang="en-GB" sz="1200" i="0" baseline="0" smtClean="0">
                                  <a:latin typeface="Cambria Math" panose="02040503050406030204" pitchFamily="18" charset="0"/>
                                </a:rPr>
                                <m:t>2</m:t>
                              </m:r>
                            </m:oMath>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8312556"/>
                      </a:ext>
                    </a:extLst>
                  </a:tr>
                  <a:tr h="368041">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0" smtClean="0">
                                        <a:latin typeface="Cambria Math" panose="02040503050406030204" pitchFamily="18" charset="0"/>
                                      </a:rPr>
                                    </m:ctrlPr>
                                  </m:dPr>
                                  <m:e>
                                    <m:m>
                                      <m:mPr>
                                        <m:mcs>
                                          <m:mc>
                                            <m:mcPr>
                                              <m:count m:val="2"/>
                                              <m:mcJc m:val="center"/>
                                            </m:mcPr>
                                          </m:mc>
                                        </m:mcs>
                                        <m:ctrlPr>
                                          <a:rPr lang="en-GB" sz="1200" i="0" smtClean="0">
                                            <a:latin typeface="Cambria Math" panose="02040503050406030204" pitchFamily="18" charset="0"/>
                                          </a:rPr>
                                        </m:ctrlPr>
                                      </m:mPr>
                                      <m:mr>
                                        <m:e>
                                          <m:r>
                                            <m:rPr>
                                              <m:brk m:alnAt="7"/>
                                            </m:rPr>
                                            <a:rPr lang="en-US" sz="1200" b="0" i="0" smtClean="0">
                                              <a:latin typeface="Cambria Math" panose="02040503050406030204" pitchFamily="18" charset="0"/>
                                            </a:rPr>
                                            <m:t>1</m:t>
                                          </m:r>
                                          <m:r>
                                            <a:rPr lang="en-US" sz="1200" b="0" i="0" smtClean="0">
                                              <a:latin typeface="Cambria Math" panose="02040503050406030204" pitchFamily="18" charset="0"/>
                                            </a:rPr>
                                            <m:t>×1</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r>
                                        <m:e>
                                          <m:r>
                                            <a:rPr lang="en-US" sz="1200" b="0" i="0" smtClean="0">
                                              <a:latin typeface="Cambria Math" panose="02040503050406030204" pitchFamily="18" charset="0"/>
                                            </a:rPr>
                                            <m:t>3×3</m:t>
                                          </m:r>
                                        </m:e>
                                        <m:e>
                                          <m:r>
                                            <m:rPr>
                                              <m:sty m:val="p"/>
                                            </m:rPr>
                                            <a:rPr lang="en-US" sz="1200" b="0" i="1" smtClean="0">
                                              <a:latin typeface="Cambria Math" panose="02040503050406030204" pitchFamily="18" charset="0"/>
                                            </a:rPr>
                                            <m:t>t</m:t>
                                          </m:r>
                                          <m:r>
                                            <a:rPr lang="en-US" sz="1200" b="0" i="1" smtClean="0">
                                              <a:latin typeface="Cambria Math" panose="02040503050406030204" pitchFamily="18" charset="0"/>
                                            </a:rPr>
                                            <m:t>í</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 </m:t>
                                          </m:r>
                                          <m:r>
                                            <m:rPr>
                                              <m:sty m:val="p"/>
                                            </m:rPr>
                                            <a:rPr lang="en-US" sz="1200" b="0" i="1" smtClean="0">
                                              <a:latin typeface="Cambria Math" panose="02040503050406030204" pitchFamily="18" charset="0"/>
                                            </a:rPr>
                                            <m:t>ch</m:t>
                                          </m:r>
                                          <m:r>
                                            <a:rPr lang="en-US" sz="1200" b="0" i="1" smtClean="0">
                                              <a:latin typeface="Cambria Math" panose="02040503050406030204" pitchFamily="18" charset="0"/>
                                            </a:rPr>
                                            <m:t>ậ</m:t>
                                          </m:r>
                                          <m:r>
                                            <m:rPr>
                                              <m:sty m:val="p"/>
                                            </m:rPr>
                                            <a:rPr lang="en-US" sz="1200" b="0" i="1" smtClean="0">
                                              <a:latin typeface="Cambria Math" panose="02040503050406030204" pitchFamily="18" charset="0"/>
                                            </a:rPr>
                                            <m:t>p</m:t>
                                          </m:r>
                                        </m:e>
                                      </m:mr>
                                    </m:m>
                                  </m:e>
                                </m:d>
                                <m:r>
                                  <a:rPr lang="en-US" sz="1200" b="0" i="0" smtClean="0">
                                    <a:latin typeface="Cambria Math" panose="02040503050406030204" pitchFamily="18" charset="0"/>
                                  </a:rPr>
                                  <m:t>×32</m:t>
                                </m:r>
                              </m:oMath>
                            </m:oMathPara>
                          </a14:m>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850755"/>
                      </a:ext>
                    </a:extLst>
                  </a:tr>
                  <a:tr h="202566">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0" smtClean="0">
                                  <a:latin typeface="Cambria Math" panose="02040503050406030204" pitchFamily="18" charset="0"/>
                                </a:rPr>
                                <m:t>7×7</m:t>
                              </m:r>
                            </m:oMath>
                          </a14:m>
                          <a:r>
                            <a:rPr lang="en-GB" sz="1200" i="0"/>
                            <a:t> gộp</a:t>
                          </a:r>
                          <a:r>
                            <a:rPr lang="en-GB" sz="1200" i="0" baseline="0"/>
                            <a:t> trung bình toàn cục</a:t>
                          </a:r>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16298341"/>
                      </a:ext>
                    </a:extLst>
                  </a:tr>
                  <a:tr h="0">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1000</m:t>
                              </m:r>
                              <m:r>
                                <m:rPr>
                                  <m:sty m:val="p"/>
                                </m:rPr>
                                <a:rPr lang="en-US" sz="1200" b="0" i="1" smtClean="0">
                                  <a:latin typeface="Cambria Math" panose="02040503050406030204" pitchFamily="18" charset="0"/>
                                </a:rPr>
                                <m:t>D</m:t>
                              </m:r>
                            </m:oMath>
                          </a14:m>
                          <a:r>
                            <a:rPr lang="en-GB" sz="1200" i="0"/>
                            <a:t> kết</a:t>
                          </a:r>
                          <a:r>
                            <a:rPr lang="en-GB" sz="1200" i="0" baseline="0"/>
                            <a:t> nối đầy đủ, softmax</a:t>
                          </a:r>
                          <a:endParaRPr lang="en-GB" sz="12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38292802"/>
                      </a:ext>
                    </a:extLst>
                  </a:tr>
                </a:tbl>
              </a:graphicData>
            </a:graphic>
          </p:graphicFrame>
        </mc:Choice>
        <mc:Fallback>
          <p:graphicFrame>
            <p:nvGraphicFramePr>
              <p:cNvPr id="4" name="Table 3">
                <a:extLst>
                  <a:ext uri="{FF2B5EF4-FFF2-40B4-BE49-F238E27FC236}">
                    <a16:creationId xmlns:a16="http://schemas.microsoft.com/office/drawing/2014/main" id="{8B31CEA3-9276-6120-A9F1-4E05E818D443}"/>
                  </a:ext>
                </a:extLst>
              </p:cNvPr>
              <p:cNvGraphicFramePr>
                <a:graphicFrameLocks noGrp="1"/>
              </p:cNvGraphicFramePr>
              <p:nvPr>
                <p:extLst>
                  <p:ext uri="{D42A27DB-BD31-4B8C-83A1-F6EECF244321}">
                    <p14:modId xmlns:p14="http://schemas.microsoft.com/office/powerpoint/2010/main" val="1883539659"/>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74320">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2222" r="-299" b="-1744444"/>
                          </a:stretch>
                        </a:blipFill>
                      </a:tcPr>
                    </a:tc>
                    <a:extLst>
                      <a:ext uri="{0D108BD9-81ED-4DB2-BD59-A6C34878D82A}">
                        <a16:rowId xmlns:a16="http://schemas.microsoft.com/office/drawing/2014/main" val="2059464842"/>
                      </a:ext>
                    </a:extLst>
                  </a:tr>
                  <a:tr h="274320">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02222" r="-198230" b="-16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02222" r="-299" b="-1644444"/>
                          </a:stretch>
                        </a:blipFill>
                      </a:tcPr>
                    </a:tc>
                    <a:extLst>
                      <a:ext uri="{0D108BD9-81ED-4DB2-BD59-A6C34878D82A}">
                        <a16:rowId xmlns:a16="http://schemas.microsoft.com/office/drawing/2014/main" val="4191754348"/>
                      </a:ext>
                    </a:extLst>
                  </a:tr>
                  <a:tr h="274320">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202222" r="-198230" b="-15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202222" r="-299" b="-1544444"/>
                          </a:stretch>
                        </a:blipFill>
                      </a:tcPr>
                    </a:tc>
                    <a:extLst>
                      <a:ext uri="{0D108BD9-81ED-4DB2-BD59-A6C34878D82A}">
                        <a16:rowId xmlns:a16="http://schemas.microsoft.com/office/drawing/2014/main" val="1455316595"/>
                      </a:ext>
                    </a:extLst>
                  </a:tr>
                  <a:tr h="498412">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65854" r="-198230" b="-74756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65854" r="-299" b="-747561"/>
                          </a:stretch>
                        </a:blipFill>
                      </a:tcPr>
                    </a:tc>
                    <a:extLst>
                      <a:ext uri="{0D108BD9-81ED-4DB2-BD59-A6C34878D82A}">
                        <a16:rowId xmlns:a16="http://schemas.microsoft.com/office/drawing/2014/main" val="2536279861"/>
                      </a:ext>
                    </a:extLst>
                  </a:tr>
                  <a:tr h="274320">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484444" r="-198230" b="-12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484444" r="-299" b="-1262222"/>
                          </a:stretch>
                        </a:blipFill>
                      </a:tcPr>
                    </a:tc>
                    <a:extLst>
                      <a:ext uri="{0D108BD9-81ED-4DB2-BD59-A6C34878D82A}">
                        <a16:rowId xmlns:a16="http://schemas.microsoft.com/office/drawing/2014/main" val="2591756236"/>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584444" r="-198230" b="-11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584444" r="-299" b="-1162222"/>
                          </a:stretch>
                        </a:blipFill>
                      </a:tcPr>
                    </a:tc>
                    <a:extLst>
                      <a:ext uri="{0D108BD9-81ED-4DB2-BD59-A6C34878D82A}">
                        <a16:rowId xmlns:a16="http://schemas.microsoft.com/office/drawing/2014/main" val="3475271104"/>
                      </a:ext>
                    </a:extLst>
                  </a:tr>
                  <a:tr h="498412">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375610" r="-198230" b="-5378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375610" r="-299" b="-537805"/>
                          </a:stretch>
                        </a:blipFill>
                      </a:tcPr>
                    </a:tc>
                    <a:extLst>
                      <a:ext uri="{0D108BD9-81ED-4DB2-BD59-A6C34878D82A}">
                        <a16:rowId xmlns:a16="http://schemas.microsoft.com/office/drawing/2014/main" val="3298571515"/>
                      </a:ext>
                    </a:extLst>
                  </a:tr>
                  <a:tr h="27432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866667" r="-198230" b="-8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866667" r="-299" b="-880000"/>
                          </a:stretch>
                        </a:blipFill>
                      </a:tcPr>
                    </a:tc>
                    <a:extLst>
                      <a:ext uri="{0D108BD9-81ED-4DB2-BD59-A6C34878D82A}">
                        <a16:rowId xmlns:a16="http://schemas.microsoft.com/office/drawing/2014/main" val="1809703321"/>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966667" r="-198230" b="-7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966667" r="-299" b="-780000"/>
                          </a:stretch>
                        </a:blipFill>
                      </a:tcPr>
                    </a:tc>
                    <a:extLst>
                      <a:ext uri="{0D108BD9-81ED-4DB2-BD59-A6C34878D82A}">
                        <a16:rowId xmlns:a16="http://schemas.microsoft.com/office/drawing/2014/main" val="2413280307"/>
                      </a:ext>
                    </a:extLst>
                  </a:tr>
                  <a:tr h="498412">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585366" r="-198230" b="-32804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585366" r="-299" b="-328049"/>
                          </a:stretch>
                        </a:blipFill>
                      </a:tcPr>
                    </a:tc>
                    <a:extLst>
                      <a:ext uri="{0D108BD9-81ED-4DB2-BD59-A6C34878D82A}">
                        <a16:rowId xmlns:a16="http://schemas.microsoft.com/office/drawing/2014/main" val="1801205104"/>
                      </a:ext>
                    </a:extLst>
                  </a:tr>
                  <a:tr h="274320">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248889" r="-198230" b="-4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248889" r="-299" b="-497778"/>
                          </a:stretch>
                        </a:blipFill>
                      </a:tcPr>
                    </a:tc>
                    <a:extLst>
                      <a:ext uri="{0D108BD9-81ED-4DB2-BD59-A6C34878D82A}">
                        <a16:rowId xmlns:a16="http://schemas.microsoft.com/office/drawing/2014/main" val="4004227653"/>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348889" r="-198230" b="-3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348889" r="-299" b="-397778"/>
                          </a:stretch>
                        </a:blipFill>
                      </a:tcPr>
                    </a:tc>
                    <a:extLst>
                      <a:ext uri="{0D108BD9-81ED-4DB2-BD59-A6C34878D82A}">
                        <a16:rowId xmlns:a16="http://schemas.microsoft.com/office/drawing/2014/main" val="468312556"/>
                      </a:ext>
                    </a:extLst>
                  </a:tr>
                  <a:tr h="498412">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795122" r="-198230" b="-11829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795122" r="-299" b="-118293"/>
                          </a:stretch>
                        </a:blipFill>
                      </a:tcPr>
                    </a:tc>
                    <a:extLst>
                      <a:ext uri="{0D108BD9-81ED-4DB2-BD59-A6C34878D82A}">
                        <a16:rowId xmlns:a16="http://schemas.microsoft.com/office/drawing/2014/main" val="2164850755"/>
                      </a:ext>
                    </a:extLst>
                  </a:tr>
                  <a:tr h="274320">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631111" r="-198230" b="-11555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631111" r="-299" b="-115556"/>
                          </a:stretch>
                        </a:blipFill>
                      </a:tcPr>
                    </a:tc>
                    <a:extLst>
                      <a:ext uri="{0D108BD9-81ED-4DB2-BD59-A6C34878D82A}">
                        <a16:rowId xmlns:a16="http://schemas.microsoft.com/office/drawing/2014/main" val="2616298341"/>
                      </a:ext>
                    </a:extLst>
                  </a:tr>
                  <a:tr h="274320">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731111" r="-299" b="-15556"/>
                          </a:stretch>
                        </a:blipFill>
                      </a:tcPr>
                    </a:tc>
                    <a:extLst>
                      <a:ext uri="{0D108BD9-81ED-4DB2-BD59-A6C34878D82A}">
                        <a16:rowId xmlns:a16="http://schemas.microsoft.com/office/drawing/2014/main" val="2438292802"/>
                      </a:ext>
                    </a:extLst>
                  </a:tr>
                </a:tbl>
              </a:graphicData>
            </a:graphic>
          </p:graphicFrame>
        </mc:Fallback>
      </mc:AlternateContent>
    </p:spTree>
    <p:extLst>
      <p:ext uri="{BB962C8B-B14F-4D97-AF65-F5344CB8AC3E}">
        <p14:creationId xmlns:p14="http://schemas.microsoft.com/office/powerpoint/2010/main" val="2045577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0BEF5-051D-5B0C-7B40-ADE759A9D63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5999800-0027-DF4F-467A-5E682C6FBEA4}"/>
                  </a:ext>
                </a:extLst>
              </p:cNvPr>
              <p:cNvSpPr>
                <a:spLocks noGrp="1"/>
              </p:cNvSpPr>
              <p:nvPr>
                <p:ph idx="1"/>
              </p:nvPr>
            </p:nvSpPr>
            <p:spPr>
              <a:xfrm>
                <a:off x="540620" y="1206631"/>
                <a:ext cx="5381959" cy="4970332"/>
              </a:xfrm>
            </p:spPr>
            <p:txBody>
              <a:bodyPr/>
              <a:lstStyle/>
              <a:p>
                <a:pPr marL="0" indent="0">
                  <a:buNone/>
                </a:pPr>
                <a:r>
                  <a:rPr lang="en-US" b="1"/>
                  <a:t>Mô hình DenseNet169: </a:t>
                </a:r>
                <a:r>
                  <a:rPr lang="en-US"/>
                  <a:t>Thực nghiệm</a:t>
                </a:r>
              </a:p>
              <a:p>
                <a:pPr>
                  <a:buFontTx/>
                  <a:buChar char="-"/>
                </a:pPr>
                <a:r>
                  <a:rPr lang="en-US"/>
                  <a:t>Huấn luyện lớp phân loại (Head) – đóng băng các lớp khác</a:t>
                </a:r>
              </a:p>
              <a:p>
                <a:pPr lvl="1">
                  <a:buFontTx/>
                  <a:buChar char="-"/>
                </a:pPr>
                <a:r>
                  <a:rPr lang="en-US"/>
                  <a:t>03 vòng lặp huấn luyện</a:t>
                </a:r>
              </a:p>
              <a:p>
                <a:pPr lvl="1">
                  <a:buFontTx/>
                  <a:buChar char="-"/>
                </a:pPr>
                <a:r>
                  <a:rPr lang="en-US"/>
                  <a:t>Learning rate xác định bằng hàm lr_find (xác định learning rate ở điểm mất mát bắt đầu giảm nhanh): </a:t>
                </a:r>
                <a14:m>
                  <m:oMath xmlns:m="http://schemas.openxmlformats.org/officeDocument/2006/math">
                    <m:r>
                      <m:rPr>
                        <m:sty m:val="p"/>
                      </m:rPr>
                      <a:rPr lang="en-US" b="0" i="0" smtClean="0">
                        <a:latin typeface="Cambria Math" panose="02040503050406030204" pitchFamily="18" charset="0"/>
                      </a:rPr>
                      <m:t>le</m:t>
                    </m:r>
                    <m:r>
                      <a:rPr lang="en-US" b="0" i="1" smtClean="0">
                        <a:latin typeface="Cambria Math" panose="02040503050406030204" pitchFamily="18" charset="0"/>
                      </a:rPr>
                      <m:t>𝑎𝑟𝑛𝑖𝑛𝑔</m:t>
                    </m:r>
                    <m:r>
                      <a:rPr lang="en-US" b="0" i="1" smtClean="0">
                        <a:latin typeface="Cambria Math" panose="02040503050406030204" pitchFamily="18" charset="0"/>
                      </a:rPr>
                      <m:t>_</m:t>
                    </m:r>
                    <m:r>
                      <a:rPr lang="en-US" b="0" i="1" smtClean="0">
                        <a:latin typeface="Cambria Math" panose="02040503050406030204" pitchFamily="18" charset="0"/>
                      </a:rPr>
                      <m:t>𝑟𝑎𝑡𝑒</m:t>
                    </m:r>
                    <m:r>
                      <a:rPr lang="en-US" b="0" i="1" smtClean="0">
                        <a:latin typeface="Cambria Math" panose="02040503050406030204" pitchFamily="18" charset="0"/>
                      </a:rPr>
                      <m:t>=5×</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m:t>
                        </m:r>
                      </m:sup>
                    </m:sSup>
                  </m:oMath>
                </a14:m>
                <a:endParaRPr lang="en-US"/>
              </a:p>
              <a:p>
                <a:pPr>
                  <a:buFontTx/>
                  <a:buChar char="-"/>
                </a:pPr>
                <a:r>
                  <a:rPr lang="en-US"/>
                  <a:t>Huấn luyện đầy đủ – sau  bỏ đóng băng:</a:t>
                </a:r>
              </a:p>
              <a:p>
                <a:pPr lvl="1">
                  <a:buFontTx/>
                  <a:buChar char="-"/>
                </a:pPr>
                <a:r>
                  <a:rPr lang="en-US"/>
                  <a:t>16 vòng lặp huấn luyện</a:t>
                </a:r>
              </a:p>
              <a:p>
                <a:pPr lvl="1">
                  <a:buFontTx/>
                  <a:buChar char="-"/>
                </a:pPr>
                <a:r>
                  <a:rPr lang="en-US"/>
                  <a:t>Dừng sớm sau 3 vòng lặp nếu f1 của tập kiểm thử không tăng → kết quả tốt nhất ở 10 vòng</a:t>
                </a:r>
              </a:p>
              <a:p>
                <a:pPr lvl="1">
                  <a:buFontTx/>
                  <a:buChar char="-"/>
                </a:pPr>
                <a:r>
                  <a:rPr lang="en-US"/>
                  <a:t>Learning rate: lớp Head với </a:t>
                </a:r>
                <a14:m>
                  <m:oMath xmlns:m="http://schemas.openxmlformats.org/officeDocument/2006/math">
                    <m:r>
                      <a:rPr lang="en-US" i="1" smtClean="0">
                        <a:latin typeface="Cambria Math" panose="02040503050406030204" pitchFamily="18" charset="0"/>
                      </a:rPr>
                      <m:t>𝑙𝑒𝑎𝑟𝑛𝑖𝑛𝑔</m:t>
                    </m:r>
                    <m:r>
                      <a:rPr lang="en-US" i="1" smtClean="0">
                        <a:latin typeface="Cambria Math" panose="02040503050406030204" pitchFamily="18" charset="0"/>
                      </a:rPr>
                      <m:t>_</m:t>
                    </m:r>
                    <m:r>
                      <a:rPr lang="en-US" i="1" smtClean="0">
                        <a:latin typeface="Cambria Math" panose="02040503050406030204" pitchFamily="18" charset="0"/>
                      </a:rPr>
                      <m:t>𝑟𝑎𝑡𝑒</m:t>
                    </m:r>
                  </m:oMath>
                </a14:m>
                <a:r>
                  <a:rPr lang="en-US"/>
                  <a:t> trên, các tầng lớp trước đó với </a:t>
                </a:r>
                <a14:m>
                  <m:oMath xmlns:m="http://schemas.openxmlformats.org/officeDocument/2006/math">
                    <m:r>
                      <a:rPr lang="en-US" i="1" smtClean="0">
                        <a:latin typeface="Cambria Math" panose="02040503050406030204" pitchFamily="18" charset="0"/>
                      </a:rPr>
                      <m:t>𝑙𝑒𝑎𝑟𝑛𝑖𝑛𝑔</m:t>
                    </m:r>
                    <m:r>
                      <a:rPr lang="en-US" i="1" smtClean="0">
                        <a:latin typeface="Cambria Math" panose="02040503050406030204" pitchFamily="18" charset="0"/>
                      </a:rPr>
                      <m:t>_</m:t>
                    </m:r>
                    <m:r>
                      <a:rPr lang="en-US" i="1" smtClean="0">
                        <a:latin typeface="Cambria Math" panose="02040503050406030204" pitchFamily="18" charset="0"/>
                      </a:rPr>
                      <m:t>𝑟𝑎𝑡𝑒</m:t>
                    </m:r>
                    <m:r>
                      <a:rPr lang="en-US" i="1" smtClean="0">
                        <a:latin typeface="Cambria Math" panose="02040503050406030204" pitchFamily="18" charset="0"/>
                      </a:rPr>
                      <m:t>/100</m:t>
                    </m:r>
                  </m:oMath>
                </a14:m>
                <a:r>
                  <a:rPr lang="en-US"/>
                  <a:t> (do đã được tiền huấn luyện)</a:t>
                </a:r>
              </a:p>
            </p:txBody>
          </p:sp>
        </mc:Choice>
        <mc:Fallback xmlns="">
          <p:sp>
            <p:nvSpPr>
              <p:cNvPr id="2" name="Content Placeholder 1">
                <a:extLst>
                  <a:ext uri="{FF2B5EF4-FFF2-40B4-BE49-F238E27FC236}">
                    <a16:creationId xmlns:a16="http://schemas.microsoft.com/office/drawing/2014/main" id="{E5999800-0027-DF4F-467A-5E682C6FBEA4}"/>
                  </a:ext>
                </a:extLst>
              </p:cNvPr>
              <p:cNvSpPr>
                <a:spLocks noGrp="1" noRot="1" noChangeAspect="1" noMove="1" noResize="1" noEditPoints="1" noAdjustHandles="1" noChangeArrowheads="1" noChangeShapeType="1" noTextEdit="1"/>
              </p:cNvSpPr>
              <p:nvPr>
                <p:ph idx="1"/>
              </p:nvPr>
            </p:nvSpPr>
            <p:spPr>
              <a:xfrm>
                <a:off x="540620" y="1206631"/>
                <a:ext cx="5381959" cy="4970332"/>
              </a:xfrm>
              <a:blipFill>
                <a:blip r:embed="rId2"/>
                <a:stretch>
                  <a:fillRect l="-680" t="-123" r="-680" b="-2945"/>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654A7BA2-6925-4C37-CB72-7B9504DF73F7}"/>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2217403B-A929-C4E1-20F8-223DB61739ED}"/>
              </a:ext>
            </a:extLst>
          </p:cNvPr>
          <p:cNvPicPr>
            <a:picLocks noChangeAspect="1"/>
          </p:cNvPicPr>
          <p:nvPr/>
        </p:nvPicPr>
        <p:blipFill>
          <a:blip r:embed="rId3"/>
          <a:stretch>
            <a:fillRect/>
          </a:stretch>
        </p:blipFill>
        <p:spPr>
          <a:xfrm>
            <a:off x="6220810" y="1694667"/>
            <a:ext cx="5562600" cy="4162425"/>
          </a:xfrm>
          <a:prstGeom prst="rect">
            <a:avLst/>
          </a:prstGeom>
        </p:spPr>
      </p:pic>
    </p:spTree>
    <p:extLst>
      <p:ext uri="{BB962C8B-B14F-4D97-AF65-F5344CB8AC3E}">
        <p14:creationId xmlns:p14="http://schemas.microsoft.com/office/powerpoint/2010/main" val="928111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06653-2BB2-0765-E340-82429857CB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632304-9284-8EF5-3E8A-9C4A70022BAB}"/>
              </a:ext>
            </a:extLst>
          </p:cNvPr>
          <p:cNvSpPr>
            <a:spLocks noGrp="1"/>
          </p:cNvSpPr>
          <p:nvPr>
            <p:ph idx="1"/>
          </p:nvPr>
        </p:nvSpPr>
        <p:spPr>
          <a:xfrm>
            <a:off x="540620" y="1206631"/>
            <a:ext cx="11001080" cy="4970332"/>
          </a:xfrm>
        </p:spPr>
        <p:txBody>
          <a:bodyPr/>
          <a:lstStyle/>
          <a:p>
            <a:pPr marL="0" indent="0">
              <a:buNone/>
            </a:pPr>
            <a:r>
              <a:rPr lang="en-US" b="1"/>
              <a:t>Mô hình DenseNet169: Kết quả thực nghiệm</a:t>
            </a:r>
          </a:p>
          <a:p>
            <a:pPr>
              <a:buFontTx/>
              <a:buChar char="-"/>
            </a:pPr>
            <a:r>
              <a:rPr lang="en-US"/>
              <a:t>F1 cho các kết quả dương tính (1) là </a:t>
            </a:r>
            <a:r>
              <a:rPr lang="en-US" b="1"/>
              <a:t>91,31%</a:t>
            </a:r>
            <a:r>
              <a:rPr lang="en-US"/>
              <a:t> và âm tính (0) là </a:t>
            </a:r>
            <a:r>
              <a:rPr lang="en-US" b="1"/>
              <a:t>94,43%</a:t>
            </a:r>
            <a:r>
              <a:rPr lang="en-US"/>
              <a:t> → trung bình trọng số là </a:t>
            </a:r>
            <a:r>
              <a:rPr lang="en-US" b="1"/>
              <a:t>93,16%</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424F68F3-B478-B389-FF7D-B9E195D94FE0}"/>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035E1B26-8E9F-6B21-BDD4-E660C32A7B5B}"/>
              </a:ext>
            </a:extLst>
          </p:cNvPr>
          <p:cNvPicPr>
            <a:picLocks noChangeAspect="1"/>
          </p:cNvPicPr>
          <p:nvPr/>
        </p:nvPicPr>
        <p:blipFill>
          <a:blip r:embed="rId2"/>
          <a:stretch>
            <a:fillRect/>
          </a:stretch>
        </p:blipFill>
        <p:spPr>
          <a:xfrm>
            <a:off x="572204" y="2070007"/>
            <a:ext cx="11047592" cy="3960000"/>
          </a:xfrm>
          <a:prstGeom prst="rect">
            <a:avLst/>
          </a:prstGeom>
        </p:spPr>
      </p:pic>
    </p:spTree>
    <p:extLst>
      <p:ext uri="{BB962C8B-B14F-4D97-AF65-F5344CB8AC3E}">
        <p14:creationId xmlns:p14="http://schemas.microsoft.com/office/powerpoint/2010/main" val="3609775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B2CC-01CA-32B0-304B-3E373061C3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779DA-7A17-161E-6A97-D6CAF3ECD08C}"/>
              </a:ext>
            </a:extLst>
          </p:cNvPr>
          <p:cNvSpPr>
            <a:spLocks noGrp="1"/>
          </p:cNvSpPr>
          <p:nvPr>
            <p:ph idx="1"/>
          </p:nvPr>
        </p:nvSpPr>
        <p:spPr>
          <a:xfrm>
            <a:off x="540620" y="1206631"/>
            <a:ext cx="3327437" cy="4970332"/>
          </a:xfrm>
        </p:spPr>
        <p:txBody>
          <a:bodyPr/>
          <a:lstStyle/>
          <a:p>
            <a:pPr marL="0" indent="0">
              <a:spcBef>
                <a:spcPts val="300"/>
              </a:spcBef>
              <a:spcAft>
                <a:spcPts val="300"/>
              </a:spcAft>
              <a:buNone/>
            </a:pPr>
            <a:r>
              <a:rPr lang="en-US" b="1"/>
              <a:t>Mô hình DenseNet121:</a:t>
            </a:r>
            <a:endParaRPr lang="en-US"/>
          </a:p>
          <a:p>
            <a:pPr>
              <a:spcBef>
                <a:spcPts val="300"/>
              </a:spcBef>
              <a:spcAft>
                <a:spcPts val="300"/>
              </a:spcAft>
              <a:buFontTx/>
              <a:buChar char="-"/>
            </a:pPr>
            <a:r>
              <a:rPr lang="en-US"/>
              <a:t>Kiến trúc: 121 lớp</a:t>
            </a:r>
          </a:p>
        </p:txBody>
      </p:sp>
      <p:sp>
        <p:nvSpPr>
          <p:cNvPr id="3" name="Title 2">
            <a:extLst>
              <a:ext uri="{FF2B5EF4-FFF2-40B4-BE49-F238E27FC236}">
                <a16:creationId xmlns:a16="http://schemas.microsoft.com/office/drawing/2014/main" id="{DC3E7713-E4E1-3B6B-6B8C-2A81B48E5DFD}"/>
              </a:ext>
            </a:extLst>
          </p:cNvPr>
          <p:cNvSpPr>
            <a:spLocks noGrp="1"/>
          </p:cNvSpPr>
          <p:nvPr>
            <p:ph type="title"/>
          </p:nvPr>
        </p:nvSpPr>
        <p:spPr/>
        <p:txBody>
          <a:bodyPr/>
          <a:lstStyle/>
          <a:p>
            <a:r>
              <a:rPr lang="en-US"/>
              <a:t>THỰC NGHIỆM</a:t>
            </a:r>
            <a:endParaRPr lang="en-GB"/>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35FDA79-3CF3-A79A-7E03-AB4F8C76DFE0}"/>
                  </a:ext>
                </a:extLst>
              </p:cNvPr>
              <p:cNvGraphicFramePr>
                <a:graphicFrameLocks noGrp="1"/>
              </p:cNvGraphicFramePr>
              <p:nvPr>
                <p:extLst>
                  <p:ext uri="{D42A27DB-BD31-4B8C-83A1-F6EECF244321}">
                    <p14:modId xmlns:p14="http://schemas.microsoft.com/office/powerpoint/2010/main" val="2710117865"/>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02566">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Thành phần (</a:t>
                          </a:r>
                          <a14:m>
                            <m:oMath xmlns:m="http://schemas.openxmlformats.org/officeDocument/2006/math">
                              <m:r>
                                <a:rPr lang="en-US" sz="1200" b="1" i="1" smtClean="0">
                                  <a:latin typeface="Cambria Math" panose="02040503050406030204" pitchFamily="18" charset="0"/>
                                </a:rPr>
                                <m:t>𝒌</m:t>
                              </m:r>
                              <m:r>
                                <a:rPr lang="en-US" sz="1200" b="1" i="1" smtClean="0">
                                  <a:latin typeface="Cambria Math" panose="02040503050406030204" pitchFamily="18" charset="0"/>
                                </a:rPr>
                                <m:t>=</m:t>
                              </m:r>
                              <m:r>
                                <a:rPr lang="en-US" sz="1200" b="1" i="1" smtClean="0">
                                  <a:latin typeface="Cambria Math" panose="02040503050406030204" pitchFamily="18" charset="0"/>
                                </a:rPr>
                                <m:t>𝟑𝟐</m:t>
                              </m:r>
                              <m:r>
                                <a:rPr lang="en-US" sz="1200" b="1" i="1" smtClean="0">
                                  <a:latin typeface="Cambria Math" panose="02040503050406030204" pitchFamily="18" charset="0"/>
                                </a:rPr>
                                <m:t>)</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464842"/>
                      </a:ext>
                    </a:extLst>
                  </a:tr>
                  <a:tr h="202566">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112×112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tích</a:t>
                          </a:r>
                          <a:r>
                            <a:rPr lang="en-GB" sz="1200" baseline="0"/>
                            <a:t> chập, sải </a:t>
                          </a:r>
                          <a14:m>
                            <m:oMath xmlns:m="http://schemas.openxmlformats.org/officeDocument/2006/math">
                              <m:r>
                                <a:rPr lang="en-US" sz="1200" b="0" i="1" baseline="0" smtClean="0">
                                  <a:latin typeface="Cambria Math" panose="02040503050406030204" pitchFamily="18" charset="0"/>
                                </a:rPr>
                                <m:t>2</m:t>
                              </m:r>
                            </m:oMath>
                          </a14:m>
                          <a:r>
                            <a:rPr lang="en-GB" sz="120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1754348"/>
                      </a:ext>
                    </a:extLst>
                  </a:tr>
                  <a:tr h="202566">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3×3</m:t>
                              </m:r>
                            </m:oMath>
                          </a14:m>
                          <a:r>
                            <a:rPr lang="en-GB" sz="1200"/>
                            <a:t> gộp</a:t>
                          </a:r>
                          <a:r>
                            <a:rPr lang="en-GB" sz="1200" baseline="0"/>
                            <a:t> tối đa, sải </a:t>
                          </a:r>
                          <a14:m>
                            <m:oMath xmlns:m="http://schemas.openxmlformats.org/officeDocument/2006/math">
                              <m:r>
                                <a:rPr lang="en-US" sz="1200" b="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55316595"/>
                      </a:ext>
                    </a:extLst>
                  </a:tr>
                  <a:tr h="368041">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279861"/>
                      </a:ext>
                    </a:extLst>
                  </a:tr>
                  <a:tr h="202566">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1756236"/>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75271104"/>
                      </a:ext>
                    </a:extLst>
                  </a:tr>
                  <a:tr h="368041">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8571515"/>
                      </a:ext>
                    </a:extLst>
                  </a:tr>
                  <a:tr h="20538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09703321"/>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13280307"/>
                      </a:ext>
                    </a:extLst>
                  </a:tr>
                  <a:tr h="368041">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×24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205104"/>
                      </a:ext>
                    </a:extLst>
                  </a:tr>
                  <a:tr h="202566">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227653"/>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8312556"/>
                      </a:ext>
                    </a:extLst>
                  </a:tr>
                  <a:tr h="368041">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×16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850755"/>
                      </a:ext>
                    </a:extLst>
                  </a:tr>
                  <a:tr h="202566">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gộp</a:t>
                          </a:r>
                          <a:r>
                            <a:rPr lang="en-GB" sz="1200" baseline="0"/>
                            <a:t> trung bình toàn cục</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16298341"/>
                      </a:ext>
                    </a:extLst>
                  </a:tr>
                  <a:tr h="202566">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1000</m:t>
                              </m:r>
                              <m:r>
                                <a:rPr lang="en-US" sz="1200" b="0" i="1" smtClean="0">
                                  <a:latin typeface="Cambria Math" panose="02040503050406030204" pitchFamily="18" charset="0"/>
                                </a:rPr>
                                <m:t>𝐷</m:t>
                              </m:r>
                            </m:oMath>
                          </a14:m>
                          <a:r>
                            <a:rPr lang="en-GB" sz="1200"/>
                            <a:t> kết</a:t>
                          </a:r>
                          <a:r>
                            <a:rPr lang="en-GB" sz="1200" baseline="0"/>
                            <a:t> nối đầy đủ, softmax</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38292802"/>
                      </a:ext>
                    </a:extLst>
                  </a:tr>
                </a:tbl>
              </a:graphicData>
            </a:graphic>
          </p:graphicFrame>
        </mc:Choice>
        <mc:Fallback xmlns="">
          <p:graphicFrame>
            <p:nvGraphicFramePr>
              <p:cNvPr id="4" name="Table 3">
                <a:extLst>
                  <a:ext uri="{FF2B5EF4-FFF2-40B4-BE49-F238E27FC236}">
                    <a16:creationId xmlns:a16="http://schemas.microsoft.com/office/drawing/2014/main" id="{135FDA79-3CF3-A79A-7E03-AB4F8C76DFE0}"/>
                  </a:ext>
                </a:extLst>
              </p:cNvPr>
              <p:cNvGraphicFramePr>
                <a:graphicFrameLocks noGrp="1"/>
              </p:cNvGraphicFramePr>
              <p:nvPr>
                <p:extLst>
                  <p:ext uri="{D42A27DB-BD31-4B8C-83A1-F6EECF244321}">
                    <p14:modId xmlns:p14="http://schemas.microsoft.com/office/powerpoint/2010/main" val="2710117865"/>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74320">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2222" r="-299" b="-1744444"/>
                          </a:stretch>
                        </a:blipFill>
                      </a:tcPr>
                    </a:tc>
                    <a:extLst>
                      <a:ext uri="{0D108BD9-81ED-4DB2-BD59-A6C34878D82A}">
                        <a16:rowId xmlns:a16="http://schemas.microsoft.com/office/drawing/2014/main" val="2059464842"/>
                      </a:ext>
                    </a:extLst>
                  </a:tr>
                  <a:tr h="274320">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02222" r="-198230" b="-16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02222" r="-299" b="-1644444"/>
                          </a:stretch>
                        </a:blipFill>
                      </a:tcPr>
                    </a:tc>
                    <a:extLst>
                      <a:ext uri="{0D108BD9-81ED-4DB2-BD59-A6C34878D82A}">
                        <a16:rowId xmlns:a16="http://schemas.microsoft.com/office/drawing/2014/main" val="4191754348"/>
                      </a:ext>
                    </a:extLst>
                  </a:tr>
                  <a:tr h="274320">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202222" r="-198230" b="-15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202222" r="-299" b="-1544444"/>
                          </a:stretch>
                        </a:blipFill>
                      </a:tcPr>
                    </a:tc>
                    <a:extLst>
                      <a:ext uri="{0D108BD9-81ED-4DB2-BD59-A6C34878D82A}">
                        <a16:rowId xmlns:a16="http://schemas.microsoft.com/office/drawing/2014/main" val="1455316595"/>
                      </a:ext>
                    </a:extLst>
                  </a:tr>
                  <a:tr h="498412">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65854" r="-198230" b="-74756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65854" r="-299" b="-747561"/>
                          </a:stretch>
                        </a:blipFill>
                      </a:tcPr>
                    </a:tc>
                    <a:extLst>
                      <a:ext uri="{0D108BD9-81ED-4DB2-BD59-A6C34878D82A}">
                        <a16:rowId xmlns:a16="http://schemas.microsoft.com/office/drawing/2014/main" val="2536279861"/>
                      </a:ext>
                    </a:extLst>
                  </a:tr>
                  <a:tr h="274320">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484444" r="-198230" b="-12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484444" r="-299" b="-1262222"/>
                          </a:stretch>
                        </a:blipFill>
                      </a:tcPr>
                    </a:tc>
                    <a:extLst>
                      <a:ext uri="{0D108BD9-81ED-4DB2-BD59-A6C34878D82A}">
                        <a16:rowId xmlns:a16="http://schemas.microsoft.com/office/drawing/2014/main" val="2591756236"/>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584444" r="-198230" b="-11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584444" r="-299" b="-1162222"/>
                          </a:stretch>
                        </a:blipFill>
                      </a:tcPr>
                    </a:tc>
                    <a:extLst>
                      <a:ext uri="{0D108BD9-81ED-4DB2-BD59-A6C34878D82A}">
                        <a16:rowId xmlns:a16="http://schemas.microsoft.com/office/drawing/2014/main" val="3475271104"/>
                      </a:ext>
                    </a:extLst>
                  </a:tr>
                  <a:tr h="498412">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375610" r="-198230" b="-5378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375610" r="-299" b="-537805"/>
                          </a:stretch>
                        </a:blipFill>
                      </a:tcPr>
                    </a:tc>
                    <a:extLst>
                      <a:ext uri="{0D108BD9-81ED-4DB2-BD59-A6C34878D82A}">
                        <a16:rowId xmlns:a16="http://schemas.microsoft.com/office/drawing/2014/main" val="3298571515"/>
                      </a:ext>
                    </a:extLst>
                  </a:tr>
                  <a:tr h="27432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866667" r="-198230" b="-8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866667" r="-299" b="-880000"/>
                          </a:stretch>
                        </a:blipFill>
                      </a:tcPr>
                    </a:tc>
                    <a:extLst>
                      <a:ext uri="{0D108BD9-81ED-4DB2-BD59-A6C34878D82A}">
                        <a16:rowId xmlns:a16="http://schemas.microsoft.com/office/drawing/2014/main" val="1809703321"/>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966667" r="-198230" b="-7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966667" r="-299" b="-780000"/>
                          </a:stretch>
                        </a:blipFill>
                      </a:tcPr>
                    </a:tc>
                    <a:extLst>
                      <a:ext uri="{0D108BD9-81ED-4DB2-BD59-A6C34878D82A}">
                        <a16:rowId xmlns:a16="http://schemas.microsoft.com/office/drawing/2014/main" val="2413280307"/>
                      </a:ext>
                    </a:extLst>
                  </a:tr>
                  <a:tr h="498412">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585366" r="-198230" b="-32804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585366" r="-299" b="-328049"/>
                          </a:stretch>
                        </a:blipFill>
                      </a:tcPr>
                    </a:tc>
                    <a:extLst>
                      <a:ext uri="{0D108BD9-81ED-4DB2-BD59-A6C34878D82A}">
                        <a16:rowId xmlns:a16="http://schemas.microsoft.com/office/drawing/2014/main" val="1801205104"/>
                      </a:ext>
                    </a:extLst>
                  </a:tr>
                  <a:tr h="274320">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248889" r="-198230" b="-4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248889" r="-299" b="-497778"/>
                          </a:stretch>
                        </a:blipFill>
                      </a:tcPr>
                    </a:tc>
                    <a:extLst>
                      <a:ext uri="{0D108BD9-81ED-4DB2-BD59-A6C34878D82A}">
                        <a16:rowId xmlns:a16="http://schemas.microsoft.com/office/drawing/2014/main" val="4004227653"/>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348889" r="-198230" b="-3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348889" r="-299" b="-397778"/>
                          </a:stretch>
                        </a:blipFill>
                      </a:tcPr>
                    </a:tc>
                    <a:extLst>
                      <a:ext uri="{0D108BD9-81ED-4DB2-BD59-A6C34878D82A}">
                        <a16:rowId xmlns:a16="http://schemas.microsoft.com/office/drawing/2014/main" val="468312556"/>
                      </a:ext>
                    </a:extLst>
                  </a:tr>
                  <a:tr h="498412">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795122" r="-198230" b="-11829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795122" r="-299" b="-118293"/>
                          </a:stretch>
                        </a:blipFill>
                      </a:tcPr>
                    </a:tc>
                    <a:extLst>
                      <a:ext uri="{0D108BD9-81ED-4DB2-BD59-A6C34878D82A}">
                        <a16:rowId xmlns:a16="http://schemas.microsoft.com/office/drawing/2014/main" val="2164850755"/>
                      </a:ext>
                    </a:extLst>
                  </a:tr>
                  <a:tr h="274320">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631111" r="-198230" b="-11555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631111" r="-299" b="-115556"/>
                          </a:stretch>
                        </a:blipFill>
                      </a:tcPr>
                    </a:tc>
                    <a:extLst>
                      <a:ext uri="{0D108BD9-81ED-4DB2-BD59-A6C34878D82A}">
                        <a16:rowId xmlns:a16="http://schemas.microsoft.com/office/drawing/2014/main" val="2616298341"/>
                      </a:ext>
                    </a:extLst>
                  </a:tr>
                  <a:tr h="274320">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731111" r="-299" b="-15556"/>
                          </a:stretch>
                        </a:blipFill>
                      </a:tcPr>
                    </a:tc>
                    <a:extLst>
                      <a:ext uri="{0D108BD9-81ED-4DB2-BD59-A6C34878D82A}">
                        <a16:rowId xmlns:a16="http://schemas.microsoft.com/office/drawing/2014/main" val="2438292802"/>
                      </a:ext>
                    </a:extLst>
                  </a:tr>
                </a:tbl>
              </a:graphicData>
            </a:graphic>
          </p:graphicFrame>
        </mc:Fallback>
      </mc:AlternateContent>
    </p:spTree>
    <p:extLst>
      <p:ext uri="{BB962C8B-B14F-4D97-AF65-F5344CB8AC3E}">
        <p14:creationId xmlns:p14="http://schemas.microsoft.com/office/powerpoint/2010/main" val="75377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0139-A847-4198-BC31-CC04FDBDC5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27E06-3B02-0195-C5A1-25D41360FEE0}"/>
              </a:ext>
            </a:extLst>
          </p:cNvPr>
          <p:cNvSpPr>
            <a:spLocks noGrp="1"/>
          </p:cNvSpPr>
          <p:nvPr>
            <p:ph idx="1"/>
          </p:nvPr>
        </p:nvSpPr>
        <p:spPr>
          <a:xfrm>
            <a:off x="540620" y="1206631"/>
            <a:ext cx="11001080" cy="4970332"/>
          </a:xfrm>
        </p:spPr>
        <p:txBody>
          <a:bodyPr/>
          <a:lstStyle/>
          <a:p>
            <a:pPr marL="0" indent="0">
              <a:buNone/>
            </a:pPr>
            <a:r>
              <a:rPr lang="en-US" b="1"/>
              <a:t>Mô hình DenseNet121: Kết quả thực nghiệm</a:t>
            </a:r>
          </a:p>
          <a:p>
            <a:pPr>
              <a:buFontTx/>
              <a:buChar char="-"/>
            </a:pPr>
            <a:r>
              <a:rPr lang="en-US"/>
              <a:t>F1 cho các kết quả dương tính (1) là </a:t>
            </a:r>
            <a:r>
              <a:rPr lang="en-US" b="1"/>
              <a:t>89,74%</a:t>
            </a:r>
            <a:r>
              <a:rPr lang="en-US"/>
              <a:t> và âm tính (0) là </a:t>
            </a:r>
            <a:r>
              <a:rPr lang="en-US" b="1"/>
              <a:t>93,21% </a:t>
            </a:r>
            <a:r>
              <a:rPr lang="en-US"/>
              <a:t>→ trung bình trọng số là </a:t>
            </a:r>
            <a:r>
              <a:rPr lang="en-US" b="1"/>
              <a:t>91,81%</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05C1ADFE-CCC2-690B-5790-C8670DA6027E}"/>
              </a:ext>
            </a:extLst>
          </p:cNvPr>
          <p:cNvSpPr>
            <a:spLocks noGrp="1"/>
          </p:cNvSpPr>
          <p:nvPr>
            <p:ph type="title"/>
          </p:nvPr>
        </p:nvSpPr>
        <p:spPr/>
        <p:txBody>
          <a:bodyPr/>
          <a:lstStyle/>
          <a:p>
            <a:r>
              <a:rPr lang="en-US"/>
              <a:t>THỰC NGHIỆM</a:t>
            </a:r>
            <a:endParaRPr lang="en-GB"/>
          </a:p>
        </p:txBody>
      </p:sp>
      <p:pic>
        <p:nvPicPr>
          <p:cNvPr id="6" name="Picture 5">
            <a:extLst>
              <a:ext uri="{FF2B5EF4-FFF2-40B4-BE49-F238E27FC236}">
                <a16:creationId xmlns:a16="http://schemas.microsoft.com/office/drawing/2014/main" id="{CCC332AF-2316-BF08-5BB7-ABD6AD889325}"/>
              </a:ext>
            </a:extLst>
          </p:cNvPr>
          <p:cNvPicPr>
            <a:picLocks noChangeAspect="1"/>
          </p:cNvPicPr>
          <p:nvPr/>
        </p:nvPicPr>
        <p:blipFill>
          <a:blip r:embed="rId2"/>
          <a:stretch>
            <a:fillRect/>
          </a:stretch>
        </p:blipFill>
        <p:spPr>
          <a:xfrm>
            <a:off x="576244" y="2067242"/>
            <a:ext cx="11039511" cy="3960000"/>
          </a:xfrm>
          <a:prstGeom prst="rect">
            <a:avLst/>
          </a:prstGeom>
        </p:spPr>
      </p:pic>
    </p:spTree>
    <p:extLst>
      <p:ext uri="{BB962C8B-B14F-4D97-AF65-F5344CB8AC3E}">
        <p14:creationId xmlns:p14="http://schemas.microsoft.com/office/powerpoint/2010/main" val="1556101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ontent Placeholder 1">
            <a:extLst>
              <a:ext uri="{FF2B5EF4-FFF2-40B4-BE49-F238E27FC236}">
                <a16:creationId xmlns:a16="http://schemas.microsoft.com/office/drawing/2014/main" id="{D27C6FF7-FD86-E2A0-06CB-FC964A1B9C14}"/>
              </a:ext>
            </a:extLst>
          </p:cNvPr>
          <p:cNvSpPr txBox="1">
            <a:spLocks noGrp="1"/>
          </p:cNvSpPr>
          <p:nvPr>
            <p:ph type="body" sz="half" idx="1"/>
          </p:nvPr>
        </p:nvSpPr>
        <p:spPr>
          <a:xfrm>
            <a:off x="541338" y="1206500"/>
            <a:ext cx="5135562" cy="4775200"/>
          </a:xfrm>
        </p:spPr>
        <p:txBody>
          <a:bodyPr/>
          <a:lstStyle/>
          <a:p>
            <a:pPr marL="0" indent="0" defTabSz="876300" eaLnBrk="1" hangingPunct="1">
              <a:spcBef>
                <a:spcPts val="200"/>
              </a:spcBef>
              <a:buSzTx/>
              <a:buFont typeface="Arial" panose="020B0604020202020204" pitchFamily="34" charset="0"/>
              <a:buNone/>
            </a:pPr>
            <a:r>
              <a:rPr lang="en-US" altLang="en-US" sz="1500" b="1">
                <a:latin typeface="Arial" panose="020B0604020202020204" pitchFamily="34" charset="0"/>
                <a:cs typeface="Arial" panose="020B0604020202020204" pitchFamily="34" charset="0"/>
              </a:rPr>
              <a:t>Mô hình ResNet: Kiến trúc</a:t>
            </a:r>
          </a:p>
          <a:p>
            <a:pPr marL="0" indent="0" defTabSz="876300" eaLnBrk="1" hangingPunct="1">
              <a:spcBef>
                <a:spcPts val="200"/>
              </a:spcBef>
              <a:buSzTx/>
              <a:buFont typeface="Arial" panose="020B0604020202020204" pitchFamily="34" charset="0"/>
              <a:buNone/>
            </a:pPr>
            <a:r>
              <a:rPr lang="en-US" altLang="en-US" sz="1500">
                <a:latin typeface="Arial" panose="020B0604020202020204" pitchFamily="34" charset="0"/>
                <a:cs typeface="Arial" panose="020B0604020202020204" pitchFamily="34" charset="0"/>
              </a:rPr>
              <a:t>Khắc phục điểm yếu của CNN khi học qua nhiều lớp: Vanishing Gradient</a:t>
            </a:r>
          </a:p>
          <a:p>
            <a:pPr marL="0" indent="0" defTabSz="876300" eaLnBrk="1" hangingPunct="1">
              <a:spcBef>
                <a:spcPts val="200"/>
              </a:spcBef>
              <a:buSzTx/>
              <a:buFont typeface="Arial" panose="020B0604020202020204" pitchFamily="34" charset="0"/>
              <a:buNone/>
            </a:pPr>
            <a:r>
              <a:rPr lang="en-US" altLang="en-US" sz="1500">
                <a:latin typeface="Arial" panose="020B0604020202020204" pitchFamily="34" charset="0"/>
                <a:cs typeface="Arial" panose="020B0604020202020204" pitchFamily="34" charset="0"/>
              </a:rPr>
              <a:t>- Với các mô hình học sâu truyền thống có những điểm yếu:  càng nhiều lớp thì tín hiệu học được được truyền về càng yếu, vanishing gradient, trong khi lẽ ra học càng nhiều lớp thì sẽ có càng nhiều thông tin.</a:t>
            </a:r>
          </a:p>
          <a:p>
            <a:pPr marL="0" indent="0" defTabSz="876300" eaLnBrk="1" hangingPunct="1">
              <a:spcBef>
                <a:spcPts val="200"/>
              </a:spcBef>
              <a:buSzTx/>
              <a:buFont typeface="Arial" panose="020B0604020202020204" pitchFamily="34" charset="0"/>
              <a:buNone/>
            </a:pPr>
            <a:r>
              <a:rPr lang="en-US" altLang="en-US" sz="1500">
                <a:latin typeface="Arial" panose="020B0604020202020204" pitchFamily="34" charset="0"/>
                <a:cs typeface="Arial" panose="020B0604020202020204" pitchFamily="34" charset="0"/>
              </a:rPr>
              <a:t>- Do đó, khắc phục nhược điểm này, cải tiến Skip Connections (Residual Connections) ra đời. </a:t>
            </a:r>
          </a:p>
          <a:p>
            <a:pPr marL="0" indent="0" defTabSz="876300" eaLnBrk="1" hangingPunct="1">
              <a:spcBef>
                <a:spcPts val="200"/>
              </a:spcBef>
              <a:buSzTx/>
              <a:buFont typeface="Arial" panose="020B0604020202020204" pitchFamily="34" charset="0"/>
              <a:buNone/>
            </a:pPr>
            <a:endParaRPr lang="en-US" altLang="en-US" sz="1500">
              <a:latin typeface="Arial" panose="020B0604020202020204" pitchFamily="34" charset="0"/>
              <a:cs typeface="Arial" panose="020B0604020202020204" pitchFamily="34" charset="0"/>
            </a:endParaRPr>
          </a:p>
          <a:p>
            <a:pPr marL="0" indent="0" defTabSz="876300" eaLnBrk="1" hangingPunct="1">
              <a:spcBef>
                <a:spcPts val="500"/>
              </a:spcBef>
              <a:buSzTx/>
              <a:buFont typeface="Arial" panose="020B0604020202020204" pitchFamily="34" charset="0"/>
              <a:buNone/>
            </a:pPr>
            <a:r>
              <a:rPr lang="en-US" altLang="en-US" sz="1500">
                <a:latin typeface="Arial" panose="020B0604020202020204" pitchFamily="34" charset="0"/>
                <a:cs typeface="Arial" panose="020B0604020202020204" pitchFamily="34" charset="0"/>
              </a:rPr>
              <a:t>Hiểu đơn giản là: Thay vì chỉ học: Output = F(Input) thì sẽ cộng thêm Input (gọi là Skip connection) vào thành Output = F(Input) + Input</a:t>
            </a:r>
          </a:p>
          <a:p>
            <a:pPr marL="0" indent="0" defTabSz="876300" eaLnBrk="1" hangingPunct="1">
              <a:spcBef>
                <a:spcPts val="500"/>
              </a:spcBef>
              <a:buSzTx/>
              <a:buFont typeface="Arial" panose="020B0604020202020204" pitchFamily="34" charset="0"/>
              <a:buNone/>
            </a:pPr>
            <a:endParaRPr lang="en-US" altLang="en-US" sz="1500">
              <a:latin typeface="Arial" panose="020B0604020202020204" pitchFamily="34" charset="0"/>
              <a:cs typeface="Arial" panose="020B0604020202020204" pitchFamily="34" charset="0"/>
            </a:endParaRPr>
          </a:p>
          <a:p>
            <a:pPr marL="0" indent="0" defTabSz="876300" eaLnBrk="1" hangingPunct="1">
              <a:spcBef>
                <a:spcPts val="200"/>
              </a:spcBef>
              <a:buFontTx/>
              <a:buChar char="-"/>
            </a:pPr>
            <a:r>
              <a:rPr lang="en-US" altLang="en-US" sz="1500">
                <a:latin typeface="Arial" panose="020B0604020202020204" pitchFamily="34" charset="0"/>
                <a:cs typeface="Arial" panose="020B0604020202020204" pitchFamily="34" charset="0"/>
              </a:rPr>
              <a:t>Cải tiến này giúp mô hình ResNet chỉ học phần khác biệt , bỏ qua phần giống nhau, giúp cơ chế học dễ hơn. </a:t>
            </a:r>
          </a:p>
        </p:txBody>
      </p:sp>
      <p:sp>
        <p:nvSpPr>
          <p:cNvPr id="450" name="Title 2">
            <a:extLst>
              <a:ext uri="{FF2B5EF4-FFF2-40B4-BE49-F238E27FC236}">
                <a16:creationId xmlns:a16="http://schemas.microsoft.com/office/drawing/2014/main" id="{FA7F552F-6DD9-3D83-6E41-BD0C325E79ED}"/>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46084" name="pasted-movie.png" descr="pasted-movie.png">
            <a:extLst>
              <a:ext uri="{FF2B5EF4-FFF2-40B4-BE49-F238E27FC236}">
                <a16:creationId xmlns:a16="http://schemas.microsoft.com/office/drawing/2014/main" id="{DD18EFC0-7861-7E29-1651-5401C7E53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9313" y="1201738"/>
            <a:ext cx="56515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a:extLst>
              <a:ext uri="{FF2B5EF4-FFF2-40B4-BE49-F238E27FC236}">
                <a16:creationId xmlns:a16="http://schemas.microsoft.com/office/drawing/2014/main" id="{F302B982-0A3B-3BE7-393E-F142E210E02E}"/>
              </a:ext>
            </a:extLst>
          </p:cNvPr>
          <p:cNvSpPr txBox="1">
            <a:spLocks noGrp="1" noChangeArrowheads="1"/>
          </p:cNvSpPr>
          <p:nvPr>
            <p:ph type="body" idx="1"/>
          </p:nvPr>
        </p:nvSpPr>
        <p:spPr>
          <a:xfrm>
            <a:off x="541338" y="1206500"/>
            <a:ext cx="11028362" cy="4775200"/>
          </a:xfrm>
        </p:spPr>
        <p:txBody>
          <a:bodyPr/>
          <a:lstStyle/>
          <a:p>
            <a:pPr marL="0" indent="0" eaLnBrk="1" hangingPunct="1">
              <a:spcBef>
                <a:spcPts val="300"/>
              </a:spcBef>
              <a:buSzTx/>
              <a:buFont typeface="Arial" panose="020B0604020202020204" pitchFamily="34" charset="0"/>
              <a:buNone/>
            </a:pPr>
            <a:r>
              <a:rPr lang="en-US" altLang="en-US" b="1">
                <a:latin typeface="Arial" panose="020B0604020202020204" pitchFamily="34" charset="0"/>
                <a:cs typeface="Arial" panose="020B0604020202020204" pitchFamily="34" charset="0"/>
              </a:rPr>
              <a:t>Mô hình ResNet: Cài đặt chạy thử nghiệm với ResNet34, ResNet50, ResNet101</a:t>
            </a:r>
          </a:p>
          <a:p>
            <a:pPr marL="0" indent="0" eaLnBrk="1" hangingPunct="1">
              <a:spcBef>
                <a:spcPts val="300"/>
              </a:spcBef>
              <a:buSzTx/>
              <a:buFont typeface="Arial" panose="020B0604020202020204" pitchFamily="34" charset="0"/>
              <a:buNone/>
            </a:pPr>
            <a:endParaRPr lang="en-US" altLang="en-US" b="1">
              <a:latin typeface="Arial" panose="020B0604020202020204" pitchFamily="34" charset="0"/>
              <a:cs typeface="Arial" panose="020B0604020202020204" pitchFamily="34" charset="0"/>
            </a:endParaRP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Dataset: Cùng bộ (có augmentation)</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Mô hình: ResNet34, ResNet50, ResNet101</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Pre-train: Có</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Loss-function: Binary Cross-Entropy with Logits</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Optimizer: Adam</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Batch size: 64</a:t>
            </a:r>
          </a:p>
          <a:p>
            <a:pPr marL="0" indent="0" eaLnBrk="1" hangingPunct="1">
              <a:spcBef>
                <a:spcPts val="300"/>
              </a:spcBef>
              <a:buSzTx/>
              <a:buFont typeface="Arial" panose="020B0604020202020204" pitchFamily="34" charset="0"/>
              <a:buNone/>
            </a:pPr>
            <a:r>
              <a:rPr lang="en-US" altLang="en-US">
                <a:latin typeface="Arial" panose="020B0604020202020204" pitchFamily="34" charset="0"/>
                <a:cs typeface="Arial" panose="020B0604020202020204" pitchFamily="34" charset="0"/>
              </a:rPr>
              <a:t>- Epoch: 15 (do có pre-train)</a:t>
            </a:r>
          </a:p>
        </p:txBody>
      </p:sp>
      <p:sp>
        <p:nvSpPr>
          <p:cNvPr id="454" name="Title 2">
            <a:extLst>
              <a:ext uri="{FF2B5EF4-FFF2-40B4-BE49-F238E27FC236}">
                <a16:creationId xmlns:a16="http://schemas.microsoft.com/office/drawing/2014/main" id="{3F9E2155-7EDC-4572-36C9-8CB111A776A7}"/>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graphicFrame>
        <p:nvGraphicFramePr>
          <p:cNvPr id="455" name="Table 1">
            <a:extLst>
              <a:ext uri="{FF2B5EF4-FFF2-40B4-BE49-F238E27FC236}">
                <a16:creationId xmlns:a16="http://schemas.microsoft.com/office/drawing/2014/main" id="{29ECFC8B-9337-7F5D-08EB-97E1DFEF6DA3}"/>
              </a:ext>
            </a:extLst>
          </p:cNvPr>
          <p:cNvGraphicFramePr/>
          <p:nvPr/>
        </p:nvGraphicFramePr>
        <p:xfrm>
          <a:off x="6437313" y="2430463"/>
          <a:ext cx="5083175" cy="1050924"/>
        </p:xfrm>
        <a:graphic>
          <a:graphicData uri="http://schemas.openxmlformats.org/drawingml/2006/table">
            <a:tbl>
              <a:tblPr bandRow="1"/>
              <a:tblGrid>
                <a:gridCol w="1274662">
                  <a:extLst>
                    <a:ext uri="{9D8B030D-6E8A-4147-A177-3AD203B41FA5}">
                      <a16:colId xmlns:a16="http://schemas.microsoft.com/office/drawing/2014/main" val="20000"/>
                    </a:ext>
                  </a:extLst>
                </a:gridCol>
                <a:gridCol w="805490">
                  <a:extLst>
                    <a:ext uri="{9D8B030D-6E8A-4147-A177-3AD203B41FA5}">
                      <a16:colId xmlns:a16="http://schemas.microsoft.com/office/drawing/2014/main" val="20001"/>
                    </a:ext>
                  </a:extLst>
                </a:gridCol>
                <a:gridCol w="1396386">
                  <a:extLst>
                    <a:ext uri="{9D8B030D-6E8A-4147-A177-3AD203B41FA5}">
                      <a16:colId xmlns:a16="http://schemas.microsoft.com/office/drawing/2014/main" val="20002"/>
                    </a:ext>
                  </a:extLst>
                </a:gridCol>
                <a:gridCol w="1606637">
                  <a:extLst>
                    <a:ext uri="{9D8B030D-6E8A-4147-A177-3AD203B41FA5}">
                      <a16:colId xmlns:a16="http://schemas.microsoft.com/office/drawing/2014/main" val="20003"/>
                    </a:ext>
                  </a:extLst>
                </a:gridCol>
              </a:tblGrid>
              <a:tr h="262731">
                <a:tc>
                  <a:txBody>
                    <a:bodyPr/>
                    <a:lstStyle/>
                    <a:p>
                      <a:pPr algn="ctr" defTabSz="457200">
                        <a:defRPr sz="1800"/>
                      </a:pPr>
                      <a:r>
                        <a:rPr sz="1300" b="1">
                          <a:latin typeface="Courier"/>
                          <a:ea typeface="Courier"/>
                          <a:cs typeface="Courier"/>
                          <a:sym typeface="Courier"/>
                        </a:rPr>
                        <a:t>Model</a:t>
                      </a:r>
                    </a:p>
                  </a:txBody>
                  <a:tcPr marL="12699" marR="12699" marT="12693" marB="12693" anchor="ctr" horzOverflow="overflow"/>
                </a:tc>
                <a:tc>
                  <a:txBody>
                    <a:bodyPr/>
                    <a:lstStyle/>
                    <a:p>
                      <a:pPr algn="ctr" defTabSz="457200">
                        <a:defRPr sz="1800"/>
                      </a:pPr>
                      <a:r>
                        <a:rPr sz="1300" b="1">
                          <a:latin typeface="Courier"/>
                          <a:ea typeface="Courier"/>
                          <a:cs typeface="Courier"/>
                          <a:sym typeface="Courier"/>
                        </a:rPr>
                        <a:t>Layers</a:t>
                      </a:r>
                    </a:p>
                  </a:txBody>
                  <a:tcPr marL="12699" marR="12699" marT="12693" marB="12693" anchor="ctr" horzOverflow="overflow"/>
                </a:tc>
                <a:tc>
                  <a:txBody>
                    <a:bodyPr/>
                    <a:lstStyle/>
                    <a:p>
                      <a:pPr algn="ctr" defTabSz="457200">
                        <a:defRPr sz="1800"/>
                      </a:pPr>
                      <a:r>
                        <a:rPr sz="1300" b="1">
                          <a:latin typeface="Courier"/>
                          <a:ea typeface="Courier"/>
                          <a:cs typeface="Courier"/>
                          <a:sym typeface="Courier"/>
                        </a:rPr>
                        <a:t>Parameters</a:t>
                      </a:r>
                    </a:p>
                  </a:txBody>
                  <a:tcPr marL="12699" marR="12699" marT="12693" marB="12693" anchor="ctr" horzOverflow="overflow"/>
                </a:tc>
                <a:tc>
                  <a:txBody>
                    <a:bodyPr/>
                    <a:lstStyle/>
                    <a:p>
                      <a:pPr algn="ctr" defTabSz="457200">
                        <a:defRPr sz="1800"/>
                      </a:pPr>
                      <a:r>
                        <a:rPr sz="1300" b="1">
                          <a:latin typeface="Courier"/>
                          <a:ea typeface="Courier"/>
                          <a:cs typeface="Courier"/>
                          <a:sym typeface="Courier"/>
                        </a:rPr>
                        <a:t>Use Case</a:t>
                      </a:r>
                    </a:p>
                  </a:txBody>
                  <a:tcPr marL="12699" marR="12699" marT="12693" marB="12693" anchor="ctr" horzOverflow="overflow"/>
                </a:tc>
                <a:extLst>
                  <a:ext uri="{0D108BD9-81ED-4DB2-BD59-A6C34878D82A}">
                    <a16:rowId xmlns:a16="http://schemas.microsoft.com/office/drawing/2014/main" val="10000"/>
                  </a:ext>
                </a:extLst>
              </a:tr>
              <a:tr h="262731">
                <a:tc>
                  <a:txBody>
                    <a:bodyPr/>
                    <a:lstStyle/>
                    <a:p>
                      <a:pPr algn="l" defTabSz="457200">
                        <a:defRPr sz="1800"/>
                      </a:pPr>
                      <a:r>
                        <a:rPr sz="1300">
                          <a:latin typeface="Courier"/>
                          <a:ea typeface="Courier"/>
                          <a:cs typeface="Courier"/>
                          <a:sym typeface="Courier"/>
                        </a:rPr>
                        <a:t>ResNet-34</a:t>
                      </a:r>
                    </a:p>
                  </a:txBody>
                  <a:tcPr marL="12699" marR="12699" marT="12693" marB="12693" anchor="ctr" horzOverflow="overflow"/>
                </a:tc>
                <a:tc>
                  <a:txBody>
                    <a:bodyPr/>
                    <a:lstStyle/>
                    <a:p>
                      <a:pPr defTabSz="457200">
                        <a:defRPr sz="1800"/>
                      </a:pPr>
                      <a:r>
                        <a:rPr sz="1300">
                          <a:latin typeface="Courier"/>
                          <a:ea typeface="Courier"/>
                          <a:cs typeface="Courier"/>
                          <a:sym typeface="Courier"/>
                        </a:rPr>
                        <a:t>34</a:t>
                      </a:r>
                    </a:p>
                  </a:txBody>
                  <a:tcPr marL="12699" marR="12699" marT="12693" marB="12693" anchor="ctr" horzOverflow="overflow"/>
                </a:tc>
                <a:tc>
                  <a:txBody>
                    <a:bodyPr/>
                    <a:lstStyle/>
                    <a:p>
                      <a:pPr algn="l" defTabSz="457200">
                        <a:defRPr sz="1800"/>
                      </a:pPr>
                      <a:r>
                        <a:rPr sz="1300">
                          <a:latin typeface="Courier"/>
                          <a:ea typeface="Courier"/>
                          <a:cs typeface="Courier"/>
                          <a:sym typeface="Courier"/>
                        </a:rPr>
                        <a:t>21,285,185</a:t>
                      </a:r>
                    </a:p>
                  </a:txBody>
                  <a:tcPr marL="12699" marR="12699" marT="12693" marB="12693" anchor="ctr" horzOverflow="overflow"/>
                </a:tc>
                <a:tc>
                  <a:txBody>
                    <a:bodyPr/>
                    <a:lstStyle/>
                    <a:p>
                      <a:pPr algn="l" defTabSz="457200">
                        <a:defRPr sz="1800"/>
                      </a:pPr>
                      <a:r>
                        <a:rPr sz="1300">
                          <a:latin typeface="Courier"/>
                          <a:ea typeface="Courier"/>
                          <a:cs typeface="Courier"/>
                          <a:sym typeface="Courier"/>
                        </a:rPr>
                        <a:t>Good balance</a:t>
                      </a:r>
                    </a:p>
                  </a:txBody>
                  <a:tcPr marL="12699" marR="12699" marT="12693" marB="12693" anchor="ctr" horzOverflow="overflow"/>
                </a:tc>
                <a:extLst>
                  <a:ext uri="{0D108BD9-81ED-4DB2-BD59-A6C34878D82A}">
                    <a16:rowId xmlns:a16="http://schemas.microsoft.com/office/drawing/2014/main" val="10001"/>
                  </a:ext>
                </a:extLst>
              </a:tr>
              <a:tr h="262731">
                <a:tc>
                  <a:txBody>
                    <a:bodyPr/>
                    <a:lstStyle/>
                    <a:p>
                      <a:pPr algn="l" defTabSz="457200">
                        <a:defRPr sz="1800"/>
                      </a:pPr>
                      <a:r>
                        <a:rPr sz="1300">
                          <a:latin typeface="Courier"/>
                          <a:ea typeface="Courier"/>
                          <a:cs typeface="Courier"/>
                          <a:sym typeface="Courier"/>
                        </a:rPr>
                        <a:t>ResNet-50</a:t>
                      </a:r>
                    </a:p>
                  </a:txBody>
                  <a:tcPr marL="12699" marR="12699" marT="12693" marB="12693" anchor="ctr" horzOverflow="overflow"/>
                </a:tc>
                <a:tc>
                  <a:txBody>
                    <a:bodyPr/>
                    <a:lstStyle/>
                    <a:p>
                      <a:pPr defTabSz="457200">
                        <a:defRPr sz="1800"/>
                      </a:pPr>
                      <a:r>
                        <a:rPr sz="1300">
                          <a:latin typeface="Courier"/>
                          <a:ea typeface="Courier"/>
                          <a:cs typeface="Courier"/>
                          <a:sym typeface="Courier"/>
                        </a:rPr>
                        <a:t>50</a:t>
                      </a:r>
                    </a:p>
                  </a:txBody>
                  <a:tcPr marL="12699" marR="12699" marT="12693" marB="12693" anchor="ctr" horzOverflow="overflow"/>
                </a:tc>
                <a:tc>
                  <a:txBody>
                    <a:bodyPr/>
                    <a:lstStyle/>
                    <a:p>
                      <a:pPr algn="l" defTabSz="457200">
                        <a:defRPr sz="1800"/>
                      </a:pPr>
                      <a:r>
                        <a:rPr sz="1300">
                          <a:latin typeface="Courier"/>
                          <a:ea typeface="Courier"/>
                          <a:cs typeface="Courier"/>
                          <a:sym typeface="Courier"/>
                        </a:rPr>
                        <a:t>23,510,081</a:t>
                      </a:r>
                    </a:p>
                  </a:txBody>
                  <a:tcPr marL="12699" marR="12699" marT="12693" marB="12693" anchor="ctr" horzOverflow="overflow"/>
                </a:tc>
                <a:tc>
                  <a:txBody>
                    <a:bodyPr/>
                    <a:lstStyle/>
                    <a:p>
                      <a:pPr algn="l" defTabSz="457200">
                        <a:defRPr sz="1800"/>
                      </a:pPr>
                      <a:r>
                        <a:rPr sz="1300" b="1">
                          <a:latin typeface="Courier"/>
                          <a:ea typeface="Courier"/>
                          <a:cs typeface="Courier"/>
                          <a:sym typeface="Courier"/>
                        </a:rPr>
                        <a:t>Most popular</a:t>
                      </a:r>
                    </a:p>
                  </a:txBody>
                  <a:tcPr marL="12699" marR="12699" marT="12693" marB="12693" anchor="ctr" horzOverflow="overflow"/>
                </a:tc>
                <a:extLst>
                  <a:ext uri="{0D108BD9-81ED-4DB2-BD59-A6C34878D82A}">
                    <a16:rowId xmlns:a16="http://schemas.microsoft.com/office/drawing/2014/main" val="10002"/>
                  </a:ext>
                </a:extLst>
              </a:tr>
              <a:tr h="262731">
                <a:tc>
                  <a:txBody>
                    <a:bodyPr/>
                    <a:lstStyle/>
                    <a:p>
                      <a:pPr algn="l" defTabSz="457200">
                        <a:defRPr sz="1800"/>
                      </a:pPr>
                      <a:r>
                        <a:rPr sz="1300">
                          <a:latin typeface="Courier"/>
                          <a:ea typeface="Courier"/>
                          <a:cs typeface="Courier"/>
                          <a:sym typeface="Courier"/>
                        </a:rPr>
                        <a:t>ResNet-101</a:t>
                      </a:r>
                    </a:p>
                  </a:txBody>
                  <a:tcPr marL="12699" marR="12699" marT="12693" marB="12693" anchor="ctr" horzOverflow="overflow"/>
                </a:tc>
                <a:tc>
                  <a:txBody>
                    <a:bodyPr/>
                    <a:lstStyle/>
                    <a:p>
                      <a:pPr defTabSz="457200">
                        <a:defRPr sz="1800"/>
                      </a:pPr>
                      <a:r>
                        <a:rPr sz="1300">
                          <a:latin typeface="Courier"/>
                          <a:ea typeface="Courier"/>
                          <a:cs typeface="Courier"/>
                          <a:sym typeface="Courier"/>
                        </a:rPr>
                        <a:t>101</a:t>
                      </a:r>
                    </a:p>
                  </a:txBody>
                  <a:tcPr marL="12699" marR="12699" marT="12693" marB="12693" anchor="ctr" horzOverflow="overflow"/>
                </a:tc>
                <a:tc>
                  <a:txBody>
                    <a:bodyPr/>
                    <a:lstStyle/>
                    <a:p>
                      <a:pPr algn="l" defTabSz="457200">
                        <a:defRPr sz="1800"/>
                      </a:pPr>
                      <a:r>
                        <a:rPr sz="1300">
                          <a:latin typeface="Courier"/>
                          <a:ea typeface="Courier"/>
                          <a:cs typeface="Courier"/>
                          <a:sym typeface="Courier"/>
                        </a:rPr>
                        <a:t>44M</a:t>
                      </a:r>
                    </a:p>
                  </a:txBody>
                  <a:tcPr marL="12699" marR="12699" marT="12693" marB="12693" anchor="ctr" horzOverflow="overflow"/>
                </a:tc>
                <a:tc>
                  <a:txBody>
                    <a:bodyPr/>
                    <a:lstStyle/>
                    <a:p>
                      <a:pPr algn="l" defTabSz="457200">
                        <a:defRPr sz="1800"/>
                      </a:pPr>
                      <a:r>
                        <a:rPr sz="1300">
                          <a:latin typeface="Courier"/>
                          <a:ea typeface="Courier"/>
                          <a:cs typeface="Courier"/>
                          <a:sym typeface="Courier"/>
                        </a:rPr>
                        <a:t>High accuracy</a:t>
                      </a:r>
                    </a:p>
                  </a:txBody>
                  <a:tcPr marL="12699" marR="12699" marT="12693" marB="12693" anchor="ctr" horzOverflow="overflow"/>
                </a:tc>
                <a:extLst>
                  <a:ext uri="{0D108BD9-81ED-4DB2-BD59-A6C34878D82A}">
                    <a16:rowId xmlns:a16="http://schemas.microsoft.com/office/drawing/2014/main" val="10003"/>
                  </a:ext>
                </a:extLst>
              </a:tr>
            </a:tbl>
          </a:graphicData>
        </a:graphic>
      </p:graphicFrame>
      <p:sp>
        <p:nvSpPr>
          <p:cNvPr id="47135" name="Tóm tắt các mô hình thử nghiệm">
            <a:extLst>
              <a:ext uri="{FF2B5EF4-FFF2-40B4-BE49-F238E27FC236}">
                <a16:creationId xmlns:a16="http://schemas.microsoft.com/office/drawing/2014/main" id="{17062E88-35C4-35B2-443A-A60A0E3C6073}"/>
              </a:ext>
            </a:extLst>
          </p:cNvPr>
          <p:cNvSpPr txBox="1">
            <a:spLocks noChangeArrowheads="1"/>
          </p:cNvSpPr>
          <p:nvPr/>
        </p:nvSpPr>
        <p:spPr bwMode="auto">
          <a:xfrm>
            <a:off x="7358063" y="1803400"/>
            <a:ext cx="33115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rIns="45719">
            <a:spAutoFit/>
          </a:bodyPr>
          <a:lstStyle>
            <a:lvl1pPr defTabSz="457200">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defTabSz="45720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defTabSz="45720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defTabSz="45720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defTabSz="45720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indent="1828800" defTabSz="4572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indent="1828800" defTabSz="4572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indent="1828800" defTabSz="4572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indent="1828800" defTabSz="4572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spcBef>
                <a:spcPts val="1400"/>
              </a:spcBef>
            </a:pPr>
            <a:r>
              <a:rPr lang="en-US" altLang="en-US" b="1">
                <a:latin typeface="Times Roman"/>
                <a:ea typeface="Times Roman"/>
                <a:cs typeface="Times Roman"/>
                <a:sym typeface="Times Roman"/>
              </a:rPr>
              <a:t>Tóm tắt các mô hình thử nghiệm</a:t>
            </a: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7A527EDC-EFEB-85D2-142D-7FF84BC8CC69}"/>
              </a:ext>
            </a:extLst>
          </p:cNvPr>
          <p:cNvSpPr txBox="1">
            <a:spLocks noGrp="1" noChangeArrowheads="1"/>
          </p:cNvSpPr>
          <p:nvPr>
            <p:ph type="body" idx="1"/>
          </p:nvPr>
        </p:nvSpPr>
        <p:spPr>
          <a:xfrm>
            <a:off x="541338" y="1206500"/>
            <a:ext cx="11028362" cy="4775200"/>
          </a:xfrm>
        </p:spPr>
        <p:txBody>
          <a:bodyPr/>
          <a:lstStyle/>
          <a:p>
            <a:pPr marL="0" indent="0" eaLnBrk="1" hangingPunct="1">
              <a:spcBef>
                <a:spcPts val="300"/>
              </a:spcBef>
              <a:buSzTx/>
              <a:buFont typeface="Arial" panose="020B0604020202020204" pitchFamily="34" charset="0"/>
              <a:buNone/>
            </a:pPr>
            <a:r>
              <a:rPr lang="en-US" altLang="en-US" b="1">
                <a:latin typeface="Arial" panose="020B0604020202020204" pitchFamily="34" charset="0"/>
                <a:cs typeface="Arial" panose="020B0604020202020204" pitchFamily="34" charset="0"/>
              </a:rPr>
              <a:t>Kết quả thử nghiệm mô hình ResNet34 đạt 0.9563 Validation AUC</a:t>
            </a:r>
          </a:p>
          <a:p>
            <a:pPr marL="0" indent="0" eaLnBrk="1" hangingPunct="1">
              <a:spcBef>
                <a:spcPts val="300"/>
              </a:spcBef>
              <a:buSzTx/>
              <a:buFont typeface="Arial" panose="020B0604020202020204" pitchFamily="34" charset="0"/>
              <a:buNone/>
            </a:pPr>
            <a:endParaRPr lang="en-US" altLang="en-US" b="1">
              <a:latin typeface="Arial" panose="020B0604020202020204" pitchFamily="34" charset="0"/>
              <a:cs typeface="Arial" panose="020B0604020202020204" pitchFamily="34" charset="0"/>
            </a:endParaRPr>
          </a:p>
          <a:p>
            <a:pPr marL="0" indent="0" eaLnBrk="1" hangingPunct="1">
              <a:spcBef>
                <a:spcPts val="300"/>
              </a:spcBef>
              <a:buSzTx/>
              <a:buFont typeface="Arial" panose="020B0604020202020204" pitchFamily="34" charset="0"/>
              <a:buNone/>
            </a:pPr>
            <a:endParaRPr lang="en-US" altLang="en-US">
              <a:latin typeface="Arial" panose="020B0604020202020204" pitchFamily="34" charset="0"/>
              <a:cs typeface="Arial" panose="020B0604020202020204" pitchFamily="34" charset="0"/>
            </a:endParaRPr>
          </a:p>
        </p:txBody>
      </p:sp>
      <p:sp>
        <p:nvSpPr>
          <p:cNvPr id="459" name="Title 2">
            <a:extLst>
              <a:ext uri="{FF2B5EF4-FFF2-40B4-BE49-F238E27FC236}">
                <a16:creationId xmlns:a16="http://schemas.microsoft.com/office/drawing/2014/main" id="{4C39BDC4-0898-F91B-0D26-DEF23E3EB84F}"/>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48132" name="pasted-movie.png" descr="pasted-movie.png">
            <a:extLst>
              <a:ext uri="{FF2B5EF4-FFF2-40B4-BE49-F238E27FC236}">
                <a16:creationId xmlns:a16="http://schemas.microsoft.com/office/drawing/2014/main" id="{E478C879-A60A-87EB-A564-0C214169A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8" y="1798638"/>
            <a:ext cx="11742737"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a:extLst>
              <a:ext uri="{FF2B5EF4-FFF2-40B4-BE49-F238E27FC236}">
                <a16:creationId xmlns:a16="http://schemas.microsoft.com/office/drawing/2014/main" id="{C61FEC0C-B2DF-F178-0B55-2018D798DC0A}"/>
              </a:ext>
            </a:extLst>
          </p:cNvPr>
          <p:cNvSpPr txBox="1">
            <a:spLocks noGrp="1" noChangeArrowheads="1"/>
          </p:cNvSpPr>
          <p:nvPr>
            <p:ph type="body" idx="1"/>
          </p:nvPr>
        </p:nvSpPr>
        <p:spPr>
          <a:xfrm>
            <a:off x="541338" y="1206500"/>
            <a:ext cx="11028362" cy="4775200"/>
          </a:xfrm>
        </p:spPr>
        <p:txBody>
          <a:bodyPr/>
          <a:lstStyle/>
          <a:p>
            <a:pPr marL="0" indent="0" eaLnBrk="1" hangingPunct="1">
              <a:spcBef>
                <a:spcPts val="300"/>
              </a:spcBef>
              <a:buSzTx/>
              <a:buFont typeface="Arial" panose="020B0604020202020204" pitchFamily="34" charset="0"/>
              <a:buNone/>
            </a:pPr>
            <a:r>
              <a:rPr lang="en-US" altLang="en-US" b="1">
                <a:latin typeface="Arial" panose="020B0604020202020204" pitchFamily="34" charset="0"/>
                <a:cs typeface="Arial" panose="020B0604020202020204" pitchFamily="34" charset="0"/>
              </a:rPr>
              <a:t>Kết quả thử nghiệm mô hình ResNet34 đạt 0.9563 Validation AUC</a:t>
            </a:r>
          </a:p>
          <a:p>
            <a:pPr marL="0" indent="0" eaLnBrk="1" hangingPunct="1">
              <a:spcBef>
                <a:spcPts val="300"/>
              </a:spcBef>
              <a:buSzTx/>
              <a:buFont typeface="Arial" panose="020B0604020202020204" pitchFamily="34" charset="0"/>
              <a:buNone/>
            </a:pPr>
            <a:endParaRPr lang="en-US" altLang="en-US" b="1">
              <a:latin typeface="Arial" panose="020B0604020202020204" pitchFamily="34" charset="0"/>
              <a:cs typeface="Arial" panose="020B0604020202020204" pitchFamily="34" charset="0"/>
            </a:endParaRPr>
          </a:p>
          <a:p>
            <a:pPr marL="0" indent="0" eaLnBrk="1" hangingPunct="1">
              <a:spcBef>
                <a:spcPts val="300"/>
              </a:spcBef>
              <a:buSzTx/>
              <a:buFont typeface="Arial" panose="020B0604020202020204" pitchFamily="34" charset="0"/>
              <a:buNone/>
            </a:pPr>
            <a:endParaRPr lang="en-US" altLang="en-US">
              <a:latin typeface="Arial" panose="020B0604020202020204" pitchFamily="34" charset="0"/>
              <a:cs typeface="Arial" panose="020B0604020202020204" pitchFamily="34" charset="0"/>
            </a:endParaRPr>
          </a:p>
        </p:txBody>
      </p:sp>
      <p:sp>
        <p:nvSpPr>
          <p:cNvPr id="463" name="Title 2">
            <a:extLst>
              <a:ext uri="{FF2B5EF4-FFF2-40B4-BE49-F238E27FC236}">
                <a16:creationId xmlns:a16="http://schemas.microsoft.com/office/drawing/2014/main" id="{6FCDADAA-7B5F-BCCC-55E4-E8A7BFACEE10}"/>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49156" name="pasted-movie.png" descr="pasted-movie.png">
            <a:extLst>
              <a:ext uri="{FF2B5EF4-FFF2-40B4-BE49-F238E27FC236}">
                <a16:creationId xmlns:a16="http://schemas.microsoft.com/office/drawing/2014/main" id="{B0278CCF-9CDD-04BD-71CE-5D4E4CCBD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300" y="1664302"/>
            <a:ext cx="8717017"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31D86990-9139-DFE5-9A0B-8DA7281A9B3C}"/>
              </a:ext>
            </a:extLst>
          </p:cNvPr>
          <p:cNvSpPr txBox="1">
            <a:spLocks noGrp="1" noChangeArrowheads="1"/>
          </p:cNvSpPr>
          <p:nvPr>
            <p:ph type="body" idx="1"/>
          </p:nvPr>
        </p:nvSpPr>
        <p:spPr>
          <a:xfrm>
            <a:off x="541338" y="1206500"/>
            <a:ext cx="11028362" cy="4775200"/>
          </a:xfrm>
        </p:spPr>
        <p:txBody>
          <a:bodyPr/>
          <a:lstStyle/>
          <a:p>
            <a:pPr marL="0" indent="0" eaLnBrk="1" hangingPunct="1">
              <a:spcBef>
                <a:spcPts val="300"/>
              </a:spcBef>
              <a:buSzTx/>
              <a:buFont typeface="Arial" panose="020B0604020202020204" pitchFamily="34" charset="0"/>
              <a:buNone/>
            </a:pPr>
            <a:r>
              <a:rPr lang="en-US" altLang="en-US" b="1">
                <a:latin typeface="Arial" panose="020B0604020202020204" pitchFamily="34" charset="0"/>
                <a:cs typeface="Arial" panose="020B0604020202020204" pitchFamily="34" charset="0"/>
              </a:rPr>
              <a:t>Kết quả thử nghiệm mô hình ResNet50 đạt 0.9378 Validation AUC</a:t>
            </a:r>
          </a:p>
          <a:p>
            <a:pPr marL="0" indent="0" eaLnBrk="1" hangingPunct="1">
              <a:spcBef>
                <a:spcPts val="300"/>
              </a:spcBef>
              <a:buSzTx/>
              <a:buFont typeface="Arial" panose="020B0604020202020204" pitchFamily="34" charset="0"/>
              <a:buNone/>
            </a:pPr>
            <a:endParaRPr lang="en-US" altLang="en-US" b="1">
              <a:latin typeface="Arial" panose="020B0604020202020204" pitchFamily="34" charset="0"/>
              <a:cs typeface="Arial" panose="020B0604020202020204" pitchFamily="34" charset="0"/>
            </a:endParaRPr>
          </a:p>
          <a:p>
            <a:pPr marL="0" indent="0" eaLnBrk="1" hangingPunct="1">
              <a:spcBef>
                <a:spcPts val="300"/>
              </a:spcBef>
              <a:buSzTx/>
              <a:buFont typeface="Arial" panose="020B0604020202020204" pitchFamily="34" charset="0"/>
              <a:buNone/>
            </a:pPr>
            <a:endParaRPr lang="en-US" altLang="en-US">
              <a:latin typeface="Arial" panose="020B0604020202020204" pitchFamily="34" charset="0"/>
              <a:cs typeface="Arial" panose="020B0604020202020204" pitchFamily="34" charset="0"/>
            </a:endParaRPr>
          </a:p>
        </p:txBody>
      </p:sp>
      <p:sp>
        <p:nvSpPr>
          <p:cNvPr id="467" name="Title 2">
            <a:extLst>
              <a:ext uri="{FF2B5EF4-FFF2-40B4-BE49-F238E27FC236}">
                <a16:creationId xmlns:a16="http://schemas.microsoft.com/office/drawing/2014/main" id="{7364E0C7-B2A3-1FC5-6EC0-E085FCB1A255}"/>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50180" name="pasted-movie.png" descr="pasted-movie.png">
            <a:extLst>
              <a:ext uri="{FF2B5EF4-FFF2-40B4-BE49-F238E27FC236}">
                <a16:creationId xmlns:a16="http://schemas.microsoft.com/office/drawing/2014/main" id="{E29E9381-45DF-925C-7981-D7F1484C4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1808163"/>
            <a:ext cx="11291888" cy="390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736BF127-76A7-764F-9F10-A1A6171C5993}"/>
              </a:ext>
            </a:extLst>
          </p:cNvPr>
          <p:cNvSpPr txBox="1">
            <a:spLocks noGrp="1" noChangeArrowheads="1"/>
          </p:cNvSpPr>
          <p:nvPr>
            <p:ph type="body" idx="1"/>
          </p:nvPr>
        </p:nvSpPr>
        <p:spPr>
          <a:xfrm>
            <a:off x="541338" y="1206500"/>
            <a:ext cx="11028362" cy="4775200"/>
          </a:xfrm>
        </p:spPr>
        <p:txBody>
          <a:bodyPr/>
          <a:lstStyle/>
          <a:p>
            <a:pPr marL="0" indent="0" eaLnBrk="1" hangingPunct="1">
              <a:spcBef>
                <a:spcPts val="300"/>
              </a:spcBef>
              <a:buSzTx/>
              <a:buFont typeface="Arial" panose="020B0604020202020204" pitchFamily="34" charset="0"/>
              <a:buNone/>
            </a:pPr>
            <a:r>
              <a:rPr lang="en-US" altLang="en-US" b="1">
                <a:latin typeface="Arial" panose="020B0604020202020204" pitchFamily="34" charset="0"/>
                <a:cs typeface="Arial" panose="020B0604020202020204" pitchFamily="34" charset="0"/>
              </a:rPr>
              <a:t>Kết quả thử nghiệm mô hình ResNet50 đạt 0.9378 Validation AUC</a:t>
            </a:r>
          </a:p>
          <a:p>
            <a:pPr marL="0" indent="0" eaLnBrk="1" hangingPunct="1">
              <a:spcBef>
                <a:spcPts val="300"/>
              </a:spcBef>
              <a:buSzTx/>
              <a:buFont typeface="Arial" panose="020B0604020202020204" pitchFamily="34" charset="0"/>
              <a:buNone/>
            </a:pPr>
            <a:endParaRPr lang="en-US" altLang="en-US" b="1">
              <a:latin typeface="Arial" panose="020B0604020202020204" pitchFamily="34" charset="0"/>
              <a:cs typeface="Arial" panose="020B0604020202020204" pitchFamily="34" charset="0"/>
            </a:endParaRPr>
          </a:p>
          <a:p>
            <a:pPr marL="0" indent="0" eaLnBrk="1" hangingPunct="1">
              <a:spcBef>
                <a:spcPts val="300"/>
              </a:spcBef>
              <a:buSzTx/>
              <a:buFont typeface="Arial" panose="020B0604020202020204" pitchFamily="34" charset="0"/>
              <a:buNone/>
            </a:pPr>
            <a:endParaRPr lang="en-US" altLang="en-US">
              <a:latin typeface="Arial" panose="020B0604020202020204" pitchFamily="34" charset="0"/>
              <a:cs typeface="Arial" panose="020B0604020202020204" pitchFamily="34" charset="0"/>
            </a:endParaRPr>
          </a:p>
        </p:txBody>
      </p:sp>
      <p:sp>
        <p:nvSpPr>
          <p:cNvPr id="471" name="Title 2">
            <a:extLst>
              <a:ext uri="{FF2B5EF4-FFF2-40B4-BE49-F238E27FC236}">
                <a16:creationId xmlns:a16="http://schemas.microsoft.com/office/drawing/2014/main" id="{D1B38CA4-F4A8-FA7D-C060-DEE582825BC6}"/>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51204" name="pasted-movie.png" descr="pasted-movie.png">
            <a:extLst>
              <a:ext uri="{FF2B5EF4-FFF2-40B4-BE49-F238E27FC236}">
                <a16:creationId xmlns:a16="http://schemas.microsoft.com/office/drawing/2014/main" id="{BEAC41D2-DEC3-8BD7-5831-55181E7EB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662" y="1600333"/>
            <a:ext cx="8484038" cy="442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7BA9-DA64-F7F4-3DB2-8190B10EC363}"/>
            </a:ext>
          </a:extLst>
        </p:cNvPr>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5B9EE093-6698-9A64-041A-FD4D38B928F1}"/>
              </a:ext>
            </a:extLst>
          </p:cNvPr>
          <p:cNvSpPr txBox="1">
            <a:spLocks noGrp="1" noChangeArrowheads="1"/>
          </p:cNvSpPr>
          <p:nvPr>
            <p:ph type="body" idx="1"/>
          </p:nvPr>
        </p:nvSpPr>
        <p:spPr>
          <a:xfrm>
            <a:off x="541338" y="1206500"/>
            <a:ext cx="11028362" cy="4775200"/>
          </a:xfrm>
        </p:spPr>
        <p:txBody>
          <a:bodyPr/>
          <a:lstStyle/>
          <a:p>
            <a:pPr marL="0" indent="0">
              <a:buNone/>
            </a:pPr>
            <a:r>
              <a:rPr lang="en-US" b="1"/>
              <a:t>Mô hình Vision Transformer: Kết quả thực nghiệm</a:t>
            </a:r>
          </a:p>
          <a:p>
            <a:pPr>
              <a:buFontTx/>
              <a:buChar char="-"/>
            </a:pPr>
            <a:r>
              <a:rPr lang="en-US"/>
              <a:t>F1 cho các kết quả dương tính (1) là </a:t>
            </a:r>
            <a:r>
              <a:rPr lang="en-US" b="1"/>
              <a:t>91,19%</a:t>
            </a:r>
            <a:r>
              <a:rPr lang="en-US"/>
              <a:t> và âm tính (0) là </a:t>
            </a:r>
            <a:r>
              <a:rPr lang="en-US" b="1"/>
              <a:t>87,01% </a:t>
            </a:r>
            <a:r>
              <a:rPr lang="en-US"/>
              <a:t>→ trung bình trọng số là </a:t>
            </a:r>
            <a:r>
              <a:rPr lang="en-US" b="1"/>
              <a:t>89,50%</a:t>
            </a:r>
          </a:p>
          <a:p>
            <a:pPr>
              <a:buFontTx/>
              <a:buChar char="-"/>
            </a:pPr>
            <a:endParaRPr lang="en-US"/>
          </a:p>
          <a:p>
            <a:pPr marL="0" indent="0">
              <a:buNone/>
            </a:pPr>
            <a:endParaRPr lang="en-US" b="1"/>
          </a:p>
        </p:txBody>
      </p:sp>
      <p:sp>
        <p:nvSpPr>
          <p:cNvPr id="471" name="Title 2">
            <a:extLst>
              <a:ext uri="{FF2B5EF4-FFF2-40B4-BE49-F238E27FC236}">
                <a16:creationId xmlns:a16="http://schemas.microsoft.com/office/drawing/2014/main" id="{40DDF95E-8842-8910-6C36-03C34A4A8EC5}"/>
              </a:ext>
            </a:extLst>
          </p:cNvPr>
          <p:cNvSpPr txBox="1">
            <a:spLocks noGrp="1"/>
          </p:cNvSpPr>
          <p:nvPr>
            <p:ph type="title"/>
          </p:nvPr>
        </p:nvSpPr>
        <p:spPr>
          <a:xfrm>
            <a:off x="568325" y="222250"/>
            <a:ext cx="10972800" cy="628650"/>
          </a:xfrm>
        </p:spPr>
        <p:txBody>
          <a:bodyPr/>
          <a:lstStyle/>
          <a:p>
            <a:pPr eaLnBrk="1" hangingPunct="1"/>
            <a:r>
              <a:rPr lang="en-US" altLang="en-US">
                <a:latin typeface="Arial" panose="020B0604020202020204" pitchFamily="34" charset="0"/>
                <a:cs typeface="Arial" panose="020B0604020202020204" pitchFamily="34" charset="0"/>
              </a:rPr>
              <a:t>TH</a:t>
            </a:r>
            <a:r>
              <a:rPr lang="en-US" altLang="en-US">
                <a:latin typeface="Helvetica" panose="020B0604020202020204" pitchFamily="34" charset="0"/>
                <a:cs typeface="Helvetica" panose="020B0604020202020204" pitchFamily="34" charset="0"/>
                <a:sym typeface="Helvetica" panose="020B0604020202020204" pitchFamily="34" charset="0"/>
              </a:rPr>
              <a:t>Ự</a:t>
            </a:r>
            <a:r>
              <a:rPr lang="en-US" altLang="en-US">
                <a:latin typeface="Arial" panose="020B0604020202020204" pitchFamily="34" charset="0"/>
                <a:cs typeface="Arial" panose="020B0604020202020204" pitchFamily="34" charset="0"/>
              </a:rPr>
              <a:t>C NGHI</a:t>
            </a:r>
            <a:r>
              <a:rPr lang="en-US" altLang="en-US">
                <a:latin typeface="Helvetica" panose="020B0604020202020204" pitchFamily="34" charset="0"/>
                <a:cs typeface="Helvetica" panose="020B0604020202020204" pitchFamily="34" charset="0"/>
                <a:sym typeface="Helvetica" panose="020B0604020202020204" pitchFamily="34" charset="0"/>
              </a:rPr>
              <a:t>Ệ</a:t>
            </a:r>
            <a:r>
              <a:rPr lang="en-US" altLang="en-US">
                <a:latin typeface="Arial" panose="020B0604020202020204" pitchFamily="34" charset="0"/>
                <a:cs typeface="Arial" panose="020B0604020202020204" pitchFamily="34" charset="0"/>
              </a:rPr>
              <a:t>M</a:t>
            </a:r>
          </a:p>
        </p:txBody>
      </p:sp>
      <p:pic>
        <p:nvPicPr>
          <p:cNvPr id="3" name="Picture 2">
            <a:extLst>
              <a:ext uri="{FF2B5EF4-FFF2-40B4-BE49-F238E27FC236}">
                <a16:creationId xmlns:a16="http://schemas.microsoft.com/office/drawing/2014/main" id="{A89D7621-90E9-BB57-F10C-85C6DCFF811A}"/>
              </a:ext>
            </a:extLst>
          </p:cNvPr>
          <p:cNvPicPr>
            <a:picLocks noChangeAspect="1"/>
          </p:cNvPicPr>
          <p:nvPr/>
        </p:nvPicPr>
        <p:blipFill>
          <a:blip r:embed="rId2"/>
          <a:stretch>
            <a:fillRect/>
          </a:stretch>
        </p:blipFill>
        <p:spPr>
          <a:xfrm>
            <a:off x="512762" y="2028592"/>
            <a:ext cx="11028363" cy="3953108"/>
          </a:xfrm>
          <a:prstGeom prst="rect">
            <a:avLst/>
          </a:prstGeom>
        </p:spPr>
      </p:pic>
    </p:spTree>
    <p:extLst>
      <p:ext uri="{BB962C8B-B14F-4D97-AF65-F5344CB8AC3E}">
        <p14:creationId xmlns:p14="http://schemas.microsoft.com/office/powerpoint/2010/main" val="4082220691"/>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3a2f36ca8c1_0_40"/>
          <p:cNvSpPr txBox="1">
            <a:spLocks noGrp="1"/>
          </p:cNvSpPr>
          <p:nvPr>
            <p:ph type="body" idx="1"/>
          </p:nvPr>
        </p:nvSpPr>
        <p:spPr>
          <a:xfrm>
            <a:off x="540620" y="1206631"/>
            <a:ext cx="11001000" cy="4970400"/>
          </a:xfrm>
          <a:prstGeom prst="rect">
            <a:avLst/>
          </a:prstGeom>
          <a:noFill/>
          <a:ln>
            <a:noFill/>
          </a:ln>
        </p:spPr>
        <p:txBody>
          <a:bodyPr spcFirstLastPara="1" wrap="square" lIns="91425" tIns="45700" rIns="91425" bIns="45700" anchor="t" anchorCtr="0">
            <a:noAutofit/>
          </a:bodyPr>
          <a:lstStyle/>
          <a:p>
            <a:pPr marL="0" lvl="0" indent="0" algn="l" rtl="0">
              <a:lnSpc>
                <a:spcPct val="114000"/>
              </a:lnSpc>
              <a:spcBef>
                <a:spcPts val="0"/>
              </a:spcBef>
              <a:spcAft>
                <a:spcPts val="0"/>
              </a:spcAft>
              <a:buClr>
                <a:schemeClr val="dk1"/>
              </a:buClr>
              <a:buSzPts val="1600"/>
              <a:buNone/>
            </a:pPr>
            <a:r>
              <a:rPr lang="en-US" b="1"/>
              <a:t>Mô hình Vision Transformer: Thông tin về tiền huấn luyện</a:t>
            </a:r>
            <a:endParaRPr b="1"/>
          </a:p>
          <a:p>
            <a:pPr>
              <a:spcBef>
                <a:spcPts val="1200"/>
              </a:spcBef>
              <a:spcAft>
                <a:spcPts val="0"/>
              </a:spcAft>
              <a:buClr>
                <a:schemeClr val="dk1"/>
              </a:buClr>
              <a:buSzPts val="1600"/>
              <a:buFont typeface="Arial"/>
              <a:buChar char="-"/>
            </a:pPr>
            <a:r>
              <a:rPr lang="en-US"/>
              <a:t>Dùng trọng số tiền huấn luyện trên bộ ImageNet-1K (1.2M ảnh, 1000 lớp).</a:t>
            </a:r>
            <a:endParaRPr/>
          </a:p>
          <a:p>
            <a:pPr>
              <a:spcBef>
                <a:spcPts val="1200"/>
              </a:spcBef>
              <a:spcAft>
                <a:spcPts val="0"/>
              </a:spcAft>
              <a:buClr>
                <a:schemeClr val="dk1"/>
              </a:buClr>
              <a:buSzPts val="1600"/>
              <a:buFont typeface="Arial"/>
              <a:buChar char="-"/>
            </a:pPr>
            <a:r>
              <a:rPr lang="en-US"/>
              <a:t>Đây là pretrained supervised: mô hình đã học được rất nhiều feature general như:</a:t>
            </a:r>
          </a:p>
          <a:p>
            <a:pPr lvl="1">
              <a:spcBef>
                <a:spcPts val="1200"/>
              </a:spcBef>
              <a:spcAft>
                <a:spcPts val="0"/>
              </a:spcAft>
              <a:buClr>
                <a:schemeClr val="dk1"/>
              </a:buClr>
              <a:buSzPts val="1600"/>
              <a:buFont typeface="Arial"/>
              <a:buChar char="-"/>
            </a:pPr>
            <a:r>
              <a:rPr lang="en-US"/>
              <a:t>biên cạnh, texture, pattern khu vực</a:t>
            </a:r>
          </a:p>
          <a:p>
            <a:pPr lvl="1">
              <a:spcBef>
                <a:spcPts val="1200"/>
              </a:spcBef>
              <a:spcAft>
                <a:spcPts val="0"/>
              </a:spcAft>
              <a:buClr>
                <a:schemeClr val="dk1"/>
              </a:buClr>
              <a:buSzPts val="1600"/>
              <a:buFont typeface="Arial"/>
              <a:buChar char="-"/>
            </a:pPr>
            <a:r>
              <a:rPr lang="en-US"/>
              <a:t>cấu trúc hình khối, object-level features</a:t>
            </a:r>
          </a:p>
          <a:p>
            <a:pPr>
              <a:spcBef>
                <a:spcPts val="1200"/>
              </a:spcBef>
              <a:spcAft>
                <a:spcPts val="0"/>
              </a:spcAft>
              <a:buClr>
                <a:schemeClr val="dk1"/>
              </a:buClr>
              <a:buSzPts val="1600"/>
              <a:buFont typeface="Arial"/>
              <a:buChar char="-"/>
            </a:pPr>
            <a:r>
              <a:rPr lang="en-US"/>
              <a:t>Khi fine-tune trên dữ liệu y khoa (ung thư),  thực nghiệm transfer learning:</a:t>
            </a:r>
          </a:p>
          <a:p>
            <a:pPr lvl="1">
              <a:spcBef>
                <a:spcPts val="1200"/>
              </a:spcBef>
              <a:spcAft>
                <a:spcPts val="0"/>
              </a:spcAft>
              <a:buClr>
                <a:schemeClr val="dk1"/>
              </a:buClr>
              <a:buSzPts val="1600"/>
              <a:buFont typeface="Arial"/>
              <a:buChar char="-"/>
            </a:pPr>
            <a:r>
              <a:rPr lang="en-US"/>
              <a:t>Giữ nguyên phần backbone ViT đã học feature chung</a:t>
            </a:r>
          </a:p>
          <a:p>
            <a:pPr lvl="1">
              <a:spcBef>
                <a:spcPts val="1200"/>
              </a:spcBef>
              <a:spcAft>
                <a:spcPts val="0"/>
              </a:spcAft>
              <a:buClr>
                <a:schemeClr val="dk1"/>
              </a:buClr>
              <a:buSzPts val="1600"/>
              <a:buFont typeface="Arial"/>
              <a:buChar char="-"/>
            </a:pPr>
            <a:r>
              <a:rPr lang="en-US"/>
              <a:t>Chỉ thay head để thích nghi với binary classification trong domain mới</a:t>
            </a:r>
          </a:p>
          <a:p>
            <a:pPr marL="0" indent="0">
              <a:spcBef>
                <a:spcPts val="1200"/>
              </a:spcBef>
              <a:spcAft>
                <a:spcPts val="0"/>
              </a:spcAft>
              <a:buClr>
                <a:schemeClr val="dk1"/>
              </a:buClr>
              <a:buSzPts val="1600"/>
              <a:buNone/>
            </a:pPr>
            <a:endParaRPr lang="en-US"/>
          </a:p>
          <a:p>
            <a:pPr marL="0" indent="0">
              <a:spcBef>
                <a:spcPts val="1200"/>
              </a:spcBef>
              <a:spcAft>
                <a:spcPts val="0"/>
              </a:spcAft>
              <a:buClr>
                <a:schemeClr val="dk1"/>
              </a:buClr>
              <a:buSzPts val="1600"/>
              <a:buNone/>
            </a:pPr>
            <a:r>
              <a:rPr lang="vi-VN"/>
              <a:t>=&gt; Mô hình ViT-B/16 khởi tạo từ trọng số đã được tiền huấn luyện trên ImageNet, sau đó fine-tune lại cho bài toán phát hiện ung thư từ ảnh.</a:t>
            </a:r>
          </a:p>
          <a:p>
            <a:pPr marL="0" lvl="0" indent="0" algn="l" rtl="0">
              <a:lnSpc>
                <a:spcPct val="114000"/>
              </a:lnSpc>
              <a:spcBef>
                <a:spcPts val="1500"/>
              </a:spcBef>
              <a:spcAft>
                <a:spcPts val="0"/>
              </a:spcAft>
              <a:buNone/>
            </a:pPr>
            <a:endParaRPr/>
          </a:p>
        </p:txBody>
      </p:sp>
      <p:sp>
        <p:nvSpPr>
          <p:cNvPr id="418" name="Google Shape;418;g3a2f36ca8c1_0_40"/>
          <p:cNvSpPr txBox="1">
            <a:spLocks noGrp="1"/>
          </p:cNvSpPr>
          <p:nvPr>
            <p:ph type="title"/>
          </p:nvPr>
        </p:nvSpPr>
        <p:spPr>
          <a:xfrm>
            <a:off x="568900" y="222885"/>
            <a:ext cx="10972800" cy="627600"/>
          </a:xfrm>
          <a:prstGeom prst="rect">
            <a:avLst/>
          </a:prstGeom>
          <a:noFill/>
          <a:ln>
            <a:noFill/>
          </a:ln>
        </p:spPr>
        <p:txBody>
          <a:bodyPr spcFirstLastPara="1" wrap="square" lIns="91425" tIns="45700" rIns="91425" bIns="45700" anchor="ctr" anchorCtr="0">
            <a:normAutofit/>
          </a:bodyPr>
          <a:lstStyle/>
          <a:p>
            <a:pPr marL="0" lvl="0" indent="0" algn="r" rtl="0">
              <a:lnSpc>
                <a:spcPct val="114000"/>
              </a:lnSpc>
              <a:spcBef>
                <a:spcPts val="0"/>
              </a:spcBef>
              <a:spcAft>
                <a:spcPts val="0"/>
              </a:spcAft>
              <a:buClr>
                <a:srgbClr val="14325A"/>
              </a:buClr>
              <a:buSzPts val="2800"/>
              <a:buFont typeface="Arial"/>
              <a:buNone/>
            </a:pPr>
            <a:r>
              <a:rPr lang="en-US"/>
              <a:t>THỰC NGHIỆM</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3a2f36ca8c1_0_31"/>
          <p:cNvSpPr txBox="1">
            <a:spLocks noGrp="1"/>
          </p:cNvSpPr>
          <p:nvPr>
            <p:ph type="body" idx="1"/>
          </p:nvPr>
        </p:nvSpPr>
        <p:spPr>
          <a:xfrm>
            <a:off x="540620" y="1206631"/>
            <a:ext cx="11001000" cy="4970400"/>
          </a:xfrm>
          <a:prstGeom prst="rect">
            <a:avLst/>
          </a:prstGeom>
          <a:noFill/>
          <a:ln>
            <a:noFill/>
          </a:ln>
        </p:spPr>
        <p:txBody>
          <a:bodyPr spcFirstLastPara="1" wrap="square" lIns="91425" tIns="45700" rIns="91425" bIns="45700" anchor="t" anchorCtr="0">
            <a:noAutofit/>
          </a:bodyPr>
          <a:lstStyle/>
          <a:p>
            <a:pPr marL="0" lvl="0" indent="0" algn="l" rtl="0">
              <a:spcBef>
                <a:spcPts val="300"/>
              </a:spcBef>
              <a:spcAft>
                <a:spcPts val="300"/>
              </a:spcAft>
              <a:buClr>
                <a:schemeClr val="dk1"/>
              </a:buClr>
              <a:buSzPts val="1600"/>
              <a:buNone/>
            </a:pPr>
            <a:r>
              <a:rPr lang="en-US" b="1"/>
              <a:t>Mô hình Vision Transformer: Quá trình thực nghiệm</a:t>
            </a:r>
            <a:endParaRPr sz="1100" b="1"/>
          </a:p>
          <a:p>
            <a:pPr marL="0" lvl="0" indent="0" algn="l" rtl="0">
              <a:spcBef>
                <a:spcPts val="300"/>
              </a:spcBef>
              <a:spcAft>
                <a:spcPts val="300"/>
              </a:spcAft>
              <a:buClr>
                <a:schemeClr val="dk1"/>
              </a:buClr>
              <a:buSzPts val="1100"/>
              <a:buFont typeface="Arial"/>
              <a:buNone/>
            </a:pPr>
            <a:r>
              <a:rPr lang="en-US" sz="1400" b="1"/>
              <a:t>Hàm loss: </a:t>
            </a:r>
            <a:r>
              <a:rPr lang="en-US" sz="1400"/>
              <a:t>Dùng </a:t>
            </a:r>
            <a:r>
              <a:rPr lang="en-US" sz="1400" b="1"/>
              <a:t>Binary Cross-Entropy with Logits</a:t>
            </a:r>
            <a:r>
              <a:rPr lang="en-US" sz="1400"/>
              <a:t>, phù hợp với:</a:t>
            </a:r>
            <a:endParaRPr sz="1400"/>
          </a:p>
          <a:p>
            <a:pPr marL="444500" lvl="0" indent="-285750" algn="l" rtl="0">
              <a:spcBef>
                <a:spcPts val="300"/>
              </a:spcBef>
              <a:spcAft>
                <a:spcPts val="300"/>
              </a:spcAft>
              <a:buSzPts val="1100"/>
              <a:buFontTx/>
              <a:buChar char="-"/>
            </a:pPr>
            <a:r>
              <a:rPr lang="en-US" sz="1400"/>
              <a:t>Output dạng </a:t>
            </a:r>
            <a:r>
              <a:rPr lang="en-US" sz="1400" b="1"/>
              <a:t>1 logit</a:t>
            </a:r>
            <a:r>
              <a:rPr lang="en-US" sz="1400"/>
              <a:t> (chưa qua sigmoid)</a:t>
            </a:r>
          </a:p>
          <a:p>
            <a:pPr marL="444500" lvl="0" indent="-285750" algn="l" rtl="0">
              <a:spcBef>
                <a:spcPts val="300"/>
              </a:spcBef>
              <a:spcAft>
                <a:spcPts val="300"/>
              </a:spcAft>
              <a:buSzPts val="1100"/>
              <a:buFontTx/>
              <a:buChar char="-"/>
            </a:pPr>
            <a:r>
              <a:rPr lang="en-US" sz="1400"/>
              <a:t>Label dạng 0/1</a:t>
            </a:r>
            <a:endParaRPr sz="1400"/>
          </a:p>
          <a:p>
            <a:pPr marL="0" lvl="0" indent="0" algn="l" rtl="0">
              <a:spcBef>
                <a:spcPts val="300"/>
              </a:spcBef>
              <a:spcAft>
                <a:spcPts val="300"/>
              </a:spcAft>
              <a:buNone/>
            </a:pPr>
            <a:r>
              <a:rPr lang="en-US" sz="1400" b="1"/>
              <a:t>Optimizer: </a:t>
            </a:r>
            <a:r>
              <a:rPr lang="en-US" sz="1400"/>
              <a:t>Dùng </a:t>
            </a:r>
            <a:r>
              <a:rPr lang="en-US" sz="1400" b="1"/>
              <a:t>AdamW</a:t>
            </a:r>
            <a:r>
              <a:rPr lang="en-US" sz="1400"/>
              <a:t> (Adam với weight decay tách riêng), rất hợp với Transformer:</a:t>
            </a:r>
            <a:endParaRPr sz="1400"/>
          </a:p>
          <a:p>
            <a:pPr marL="444500" lvl="0" indent="-285750" algn="l" rtl="0">
              <a:spcBef>
                <a:spcPts val="300"/>
              </a:spcBef>
              <a:spcAft>
                <a:spcPts val="300"/>
              </a:spcAft>
              <a:buSzPts val="1100"/>
              <a:buFontTx/>
              <a:buChar char="-"/>
            </a:pPr>
            <a:r>
              <a:rPr lang="en-US" sz="1400"/>
              <a:t>Giúp regularization tốt hơn so với Adam thường.</a:t>
            </a:r>
          </a:p>
          <a:p>
            <a:pPr marL="444500" lvl="0" indent="-285750" algn="l" rtl="0">
              <a:spcBef>
                <a:spcPts val="300"/>
              </a:spcBef>
              <a:spcAft>
                <a:spcPts val="300"/>
              </a:spcAft>
              <a:buSzPts val="1100"/>
              <a:buFontTx/>
              <a:buChar char="-"/>
            </a:pPr>
            <a:r>
              <a:rPr lang="en-US" sz="1400"/>
              <a:t>Phù hợp với mô hình nhiều tham số như ViT-B/16.</a:t>
            </a:r>
            <a:endParaRPr sz="1400"/>
          </a:p>
          <a:p>
            <a:pPr marL="0" lvl="0" indent="0" algn="l" rtl="0">
              <a:spcBef>
                <a:spcPts val="300"/>
              </a:spcBef>
              <a:spcAft>
                <a:spcPts val="300"/>
              </a:spcAft>
              <a:buNone/>
            </a:pPr>
            <a:r>
              <a:rPr lang="en-US" sz="1400" b="1"/>
              <a:t>Scheduler: </a:t>
            </a:r>
            <a:r>
              <a:rPr lang="en-US" sz="1400"/>
              <a:t>Giảm </a:t>
            </a:r>
            <a:r>
              <a:rPr lang="en-US" sz="1400" b="1"/>
              <a:t>learning rate</a:t>
            </a:r>
            <a:r>
              <a:rPr lang="en-US" sz="1400"/>
              <a:t> khi </a:t>
            </a:r>
            <a:r>
              <a:rPr lang="en-US" sz="1400" b="1"/>
              <a:t>metric theo dõi (thường là val_loss)</a:t>
            </a:r>
            <a:r>
              <a:rPr lang="en-US" sz="1400"/>
              <a:t> không cải thiện:</a:t>
            </a:r>
            <a:endParaRPr sz="1400"/>
          </a:p>
          <a:p>
            <a:pPr marL="444500" lvl="0" indent="-285750" algn="l" rtl="0">
              <a:spcBef>
                <a:spcPts val="300"/>
              </a:spcBef>
              <a:spcAft>
                <a:spcPts val="300"/>
              </a:spcAft>
              <a:buSzPts val="1100"/>
              <a:buFontTx/>
              <a:buChar char="-"/>
            </a:pPr>
            <a:r>
              <a:rPr lang="en-US" sz="1400">
                <a:solidFill>
                  <a:srgbClr val="188038"/>
                </a:solidFill>
                <a:latin typeface="Roboto Mono"/>
                <a:ea typeface="Roboto Mono"/>
                <a:cs typeface="Roboto Mono"/>
                <a:sym typeface="Roboto Mono"/>
              </a:rPr>
              <a:t>mode="min"</a:t>
            </a:r>
            <a:r>
              <a:rPr lang="en-US" sz="1400"/>
              <a:t> → theo dõi loss, càng thấp càng tốt.</a:t>
            </a:r>
          </a:p>
          <a:p>
            <a:pPr marL="444500" lvl="0" indent="-285750" algn="l" rtl="0">
              <a:spcBef>
                <a:spcPts val="300"/>
              </a:spcBef>
              <a:spcAft>
                <a:spcPts val="300"/>
              </a:spcAft>
              <a:buSzPts val="1100"/>
              <a:buFontTx/>
              <a:buChar char="-"/>
            </a:pPr>
            <a:r>
              <a:rPr lang="en-US" sz="1400">
                <a:solidFill>
                  <a:srgbClr val="188038"/>
                </a:solidFill>
                <a:latin typeface="Roboto Mono"/>
                <a:ea typeface="Roboto Mono"/>
                <a:cs typeface="Roboto Mono"/>
                <a:sym typeface="Roboto Mono"/>
              </a:rPr>
              <a:t>patience=2</a:t>
            </a:r>
            <a:r>
              <a:rPr lang="en-US" sz="1400"/>
              <a:t> → nếu 2 epoch liền validation loss không giảm → giảm LR.</a:t>
            </a:r>
          </a:p>
          <a:p>
            <a:pPr marL="444500" lvl="0" indent="-285750" algn="l" rtl="0">
              <a:spcBef>
                <a:spcPts val="300"/>
              </a:spcBef>
              <a:spcAft>
                <a:spcPts val="300"/>
              </a:spcAft>
              <a:buSzPts val="1100"/>
              <a:buFontTx/>
              <a:buChar char="-"/>
            </a:pPr>
            <a:r>
              <a:rPr lang="en-US" sz="1400">
                <a:solidFill>
                  <a:srgbClr val="188038"/>
                </a:solidFill>
                <a:latin typeface="Roboto Mono"/>
                <a:ea typeface="Roboto Mono"/>
                <a:cs typeface="Roboto Mono"/>
                <a:sym typeface="Roboto Mono"/>
              </a:rPr>
              <a:t>factor=0.5</a:t>
            </a:r>
            <a:r>
              <a:rPr lang="en-US" sz="1400"/>
              <a:t> → mỗi lần giảm, LR = LR / 2.</a:t>
            </a:r>
            <a:endParaRPr sz="1400"/>
          </a:p>
          <a:p>
            <a:pPr marL="0" lvl="0" indent="0" algn="l" rtl="0">
              <a:spcBef>
                <a:spcPts val="300"/>
              </a:spcBef>
              <a:spcAft>
                <a:spcPts val="300"/>
              </a:spcAft>
              <a:buNone/>
            </a:pPr>
            <a:r>
              <a:rPr lang="en-US" sz="1400"/>
              <a:t>Điều này giúp:</a:t>
            </a:r>
            <a:br>
              <a:rPr lang="en-US" sz="1400"/>
            </a:br>
            <a:r>
              <a:rPr lang="en-US" sz="1400"/>
              <a:t>Giai đoạn đầu: LR lớn, model học nhanh.</a:t>
            </a:r>
            <a:br>
              <a:rPr lang="en-US" sz="1400"/>
            </a:br>
            <a:r>
              <a:rPr lang="en-US" sz="1400"/>
              <a:t>Giai đoạn sau: LR nhỏ dần, giúp </a:t>
            </a:r>
            <a:r>
              <a:rPr lang="en-US" sz="1400" b="1"/>
              <a:t>fine-tune ổn định</a:t>
            </a:r>
            <a:r>
              <a:rPr lang="en-US" sz="1400"/>
              <a:t>, tránh nhảy lung tung quanh minima.</a:t>
            </a:r>
            <a:endParaRPr sz="1400"/>
          </a:p>
        </p:txBody>
      </p:sp>
      <p:sp>
        <p:nvSpPr>
          <p:cNvPr id="424" name="Google Shape;424;g3a2f36ca8c1_0_31"/>
          <p:cNvSpPr txBox="1">
            <a:spLocks noGrp="1"/>
          </p:cNvSpPr>
          <p:nvPr>
            <p:ph type="title"/>
          </p:nvPr>
        </p:nvSpPr>
        <p:spPr>
          <a:xfrm>
            <a:off x="568900" y="222885"/>
            <a:ext cx="10972800" cy="627600"/>
          </a:xfrm>
          <a:prstGeom prst="rect">
            <a:avLst/>
          </a:prstGeom>
          <a:noFill/>
          <a:ln>
            <a:noFill/>
          </a:ln>
        </p:spPr>
        <p:txBody>
          <a:bodyPr spcFirstLastPara="1" wrap="square" lIns="91425" tIns="45700" rIns="91425" bIns="45700" anchor="ctr" anchorCtr="0">
            <a:normAutofit/>
          </a:bodyPr>
          <a:lstStyle/>
          <a:p>
            <a:pPr marL="0" lvl="0" indent="0" algn="r" rtl="0">
              <a:lnSpc>
                <a:spcPct val="114000"/>
              </a:lnSpc>
              <a:spcBef>
                <a:spcPts val="0"/>
              </a:spcBef>
              <a:spcAft>
                <a:spcPts val="0"/>
              </a:spcAft>
              <a:buClr>
                <a:srgbClr val="14325A"/>
              </a:buClr>
              <a:buSzPts val="2800"/>
              <a:buFont typeface="Arial"/>
              <a:buNone/>
            </a:pPr>
            <a:r>
              <a:rPr lang="en-US"/>
              <a:t>THỰC NGHIỆM</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7"/>
          <p:cNvSpPr txBox="1">
            <a:spLocks noGrp="1"/>
          </p:cNvSpPr>
          <p:nvPr>
            <p:ph type="body" idx="1"/>
          </p:nvPr>
        </p:nvSpPr>
        <p:spPr>
          <a:xfrm>
            <a:off x="540623" y="1206625"/>
            <a:ext cx="5788800" cy="4970400"/>
          </a:xfrm>
          <a:prstGeom prst="rect">
            <a:avLst/>
          </a:prstGeom>
          <a:noFill/>
          <a:ln>
            <a:noFill/>
          </a:ln>
        </p:spPr>
        <p:txBody>
          <a:bodyPr spcFirstLastPara="1" wrap="square" lIns="91425" tIns="45700" rIns="91425" bIns="45700" anchor="t" anchorCtr="0">
            <a:noAutofit/>
          </a:bodyPr>
          <a:lstStyle/>
          <a:p>
            <a:pPr marL="0" lvl="0" indent="0" algn="l" rtl="0">
              <a:lnSpc>
                <a:spcPct val="114000"/>
              </a:lnSpc>
              <a:spcBef>
                <a:spcPts val="0"/>
              </a:spcBef>
              <a:spcAft>
                <a:spcPts val="0"/>
              </a:spcAft>
              <a:buClr>
                <a:schemeClr val="dk1"/>
              </a:buClr>
              <a:buSzPts val="1600"/>
              <a:buNone/>
            </a:pPr>
            <a:r>
              <a:rPr lang="en-US" b="1"/>
              <a:t>Mô hình Vision Transformer: Kết quả thực nghiệm</a:t>
            </a:r>
            <a:endParaRPr/>
          </a:p>
          <a:p>
            <a:pPr marL="0" lvl="0" indent="0" algn="l" rtl="0">
              <a:spcBef>
                <a:spcPts val="300"/>
              </a:spcBef>
              <a:spcAft>
                <a:spcPts val="300"/>
              </a:spcAft>
              <a:buNone/>
            </a:pPr>
            <a:r>
              <a:rPr lang="en-US" sz="1400" b="1"/>
              <a:t>Giai đoạn 1–3: Học cực nhanh, generalize tốt</a:t>
            </a:r>
            <a:endParaRPr sz="1400" b="1"/>
          </a:p>
          <a:p>
            <a:pPr marL="330200" lvl="0" indent="-171450" algn="l" rtl="0">
              <a:spcBef>
                <a:spcPts val="300"/>
              </a:spcBef>
              <a:spcAft>
                <a:spcPts val="300"/>
              </a:spcAft>
              <a:buSzPts val="1100"/>
              <a:buFontTx/>
              <a:buChar char="-"/>
            </a:pPr>
            <a:r>
              <a:rPr lang="en-US" sz="1200"/>
              <a:t>TrainLoss giảm mạnh: </a:t>
            </a:r>
            <a:r>
              <a:rPr lang="en-US" sz="1200" b="1"/>
              <a:t>0.29 → 0.17 → 0.13</a:t>
            </a:r>
            <a:br>
              <a:rPr lang="en-US" sz="1200" b="1"/>
            </a:br>
            <a:r>
              <a:rPr lang="en-US" sz="1200"/>
              <a:t>ValLoss giảm đẹp: </a:t>
            </a:r>
            <a:r>
              <a:rPr lang="en-US" sz="1200" b="1"/>
              <a:t>0.226 → 0.188</a:t>
            </a:r>
          </a:p>
          <a:p>
            <a:pPr marL="330200" lvl="0" indent="-171450" algn="l" rtl="0">
              <a:spcBef>
                <a:spcPts val="300"/>
              </a:spcBef>
              <a:spcAft>
                <a:spcPts val="300"/>
              </a:spcAft>
              <a:buSzPts val="1100"/>
              <a:buFontTx/>
              <a:buChar char="-"/>
            </a:pPr>
            <a:r>
              <a:rPr lang="en-US" sz="1200"/>
              <a:t>ValAcc bật lên tới </a:t>
            </a:r>
            <a:r>
              <a:rPr lang="en-US" sz="1200" b="1"/>
              <a:t>92–93%</a:t>
            </a:r>
            <a:endParaRPr sz="1200" b="1"/>
          </a:p>
          <a:p>
            <a:pPr marL="0" lvl="0" indent="0" algn="l" rtl="0">
              <a:spcBef>
                <a:spcPts val="300"/>
              </a:spcBef>
              <a:spcAft>
                <a:spcPts val="300"/>
              </a:spcAft>
              <a:buNone/>
            </a:pPr>
            <a:r>
              <a:rPr lang="en-US" sz="1200"/>
              <a:t>=&gt; ViT tận dụng pretraining tốt, học representation rất nhanh chỉ sau vài epoch.</a:t>
            </a:r>
            <a:endParaRPr sz="1200"/>
          </a:p>
          <a:p>
            <a:pPr marL="0" lvl="0" indent="0" algn="l" rtl="0">
              <a:spcBef>
                <a:spcPts val="300"/>
              </a:spcBef>
              <a:spcAft>
                <a:spcPts val="300"/>
              </a:spcAft>
              <a:buNone/>
            </a:pPr>
            <a:r>
              <a:rPr lang="en-US" sz="1400" b="1"/>
              <a:t>Giai đoạn 4–6: Bắt đầu dao động, nhưng vẫn đạt best</a:t>
            </a:r>
            <a:endParaRPr sz="1400" b="1"/>
          </a:p>
          <a:p>
            <a:pPr marL="330200" lvl="0" indent="-171450" algn="l" rtl="0">
              <a:spcBef>
                <a:spcPts val="300"/>
              </a:spcBef>
              <a:spcAft>
                <a:spcPts val="300"/>
              </a:spcAft>
              <a:buSzPts val="1100"/>
              <a:buFontTx/>
              <a:buChar char="-"/>
            </a:pPr>
            <a:r>
              <a:rPr lang="en-US" sz="1200"/>
              <a:t>TrainLoss tiếp tục giảm đều.</a:t>
            </a:r>
          </a:p>
          <a:p>
            <a:pPr marL="330200" lvl="0" indent="-171450" algn="l" rtl="0">
              <a:spcBef>
                <a:spcPts val="300"/>
              </a:spcBef>
              <a:spcAft>
                <a:spcPts val="300"/>
              </a:spcAft>
              <a:buSzPts val="1100"/>
              <a:buFontTx/>
              <a:buChar char="-"/>
            </a:pPr>
            <a:r>
              <a:rPr lang="en-US" sz="1200"/>
              <a:t>ValLoss:</a:t>
            </a:r>
          </a:p>
          <a:p>
            <a:pPr marL="787400" lvl="1" indent="-171450">
              <a:spcBef>
                <a:spcPts val="300"/>
              </a:spcBef>
              <a:spcAft>
                <a:spcPts val="300"/>
              </a:spcAft>
              <a:buSzPts val="1100"/>
              <a:buFontTx/>
              <a:buChar char="-"/>
            </a:pPr>
            <a:r>
              <a:rPr lang="en-US" sz="1200"/>
              <a:t>Epoch 4–5 tăng nhẹ → không cải thiện.</a:t>
            </a:r>
          </a:p>
          <a:p>
            <a:pPr marL="787400" lvl="1" indent="-171450">
              <a:spcBef>
                <a:spcPts val="300"/>
              </a:spcBef>
              <a:spcAft>
                <a:spcPts val="300"/>
              </a:spcAft>
              <a:buSzPts val="1100"/>
              <a:buFontTx/>
              <a:buChar char="-"/>
            </a:pPr>
            <a:r>
              <a:rPr lang="en-US" sz="1200"/>
              <a:t>Epoch 6 giảm mạnh về </a:t>
            </a:r>
            <a:r>
              <a:rPr lang="en-US" sz="1200" b="1"/>
              <a:t>0.1876</a:t>
            </a:r>
            <a:r>
              <a:rPr lang="en-US" sz="1200"/>
              <a:t>, best mới.</a:t>
            </a:r>
          </a:p>
          <a:p>
            <a:pPr marL="330200" indent="-171450">
              <a:spcBef>
                <a:spcPts val="300"/>
              </a:spcBef>
              <a:spcAft>
                <a:spcPts val="300"/>
              </a:spcAft>
              <a:buSzPts val="1100"/>
              <a:buFontTx/>
              <a:buChar char="-"/>
            </a:pPr>
            <a:r>
              <a:rPr lang="en-US" sz="1200"/>
              <a:t>ValAcc vẫn duy trì </a:t>
            </a:r>
            <a:r>
              <a:rPr lang="en-US" sz="1200" b="1"/>
              <a:t>92–94%</a:t>
            </a:r>
            <a:r>
              <a:rPr lang="en-US" sz="1200"/>
              <a:t>.</a:t>
            </a:r>
            <a:endParaRPr sz="1200"/>
          </a:p>
          <a:p>
            <a:pPr marL="0" lvl="0" indent="0" algn="l" rtl="0">
              <a:spcBef>
                <a:spcPts val="300"/>
              </a:spcBef>
              <a:spcAft>
                <a:spcPts val="300"/>
              </a:spcAft>
              <a:buNone/>
            </a:pPr>
            <a:r>
              <a:rPr lang="en-US" sz="1200"/>
              <a:t>=&gt; fine-tune nhẹ.</a:t>
            </a:r>
            <a:endParaRPr sz="1200"/>
          </a:p>
          <a:p>
            <a:pPr marL="0" lvl="0" indent="0" algn="l" rtl="0">
              <a:spcBef>
                <a:spcPts val="300"/>
              </a:spcBef>
              <a:spcAft>
                <a:spcPts val="300"/>
              </a:spcAft>
              <a:buNone/>
            </a:pPr>
            <a:r>
              <a:rPr lang="en-US" sz="1400" b="1"/>
              <a:t>Giai đoạn 7–9: Xu hướng overfitting bắt đầu rõ</a:t>
            </a:r>
            <a:endParaRPr sz="1400" b="1"/>
          </a:p>
          <a:p>
            <a:pPr marL="330200" lvl="0" indent="-171450" algn="l" rtl="0">
              <a:spcBef>
                <a:spcPts val="300"/>
              </a:spcBef>
              <a:spcAft>
                <a:spcPts val="300"/>
              </a:spcAft>
              <a:buSzPts val="1100"/>
              <a:buFontTx/>
              <a:buChar char="-"/>
            </a:pPr>
            <a:r>
              <a:rPr lang="en-US" sz="1200"/>
              <a:t>TrainLoss tụt xuống </a:t>
            </a:r>
            <a:r>
              <a:rPr lang="en-US" sz="1200" b="1"/>
              <a:t>0.0638</a:t>
            </a:r>
            <a:r>
              <a:rPr lang="en-US" sz="1200"/>
              <a:t> → model học quá kỹ train dataset.</a:t>
            </a:r>
            <a:br>
              <a:rPr lang="en-US" sz="1200"/>
            </a:br>
            <a:r>
              <a:rPr lang="en-US" sz="1200"/>
              <a:t>ValLoss tăng liên tục: </a:t>
            </a:r>
            <a:r>
              <a:rPr lang="en-US" sz="1200" b="1"/>
              <a:t>0.215 → 0.206 → 0.282</a:t>
            </a:r>
          </a:p>
          <a:p>
            <a:pPr marL="330200" lvl="0" indent="-171450" algn="l" rtl="0">
              <a:spcBef>
                <a:spcPts val="300"/>
              </a:spcBef>
              <a:spcAft>
                <a:spcPts val="300"/>
              </a:spcAft>
              <a:buSzPts val="1100"/>
              <a:buFontTx/>
              <a:buChar char="-"/>
            </a:pPr>
            <a:r>
              <a:rPr lang="en-US" sz="1200"/>
              <a:t>ValAcc bắt đầu tụt: </a:t>
            </a:r>
            <a:r>
              <a:rPr lang="en-US" sz="1200" b="1"/>
              <a:t>93% → 92%</a:t>
            </a:r>
            <a:endParaRPr sz="1200" b="1"/>
          </a:p>
          <a:p>
            <a:pPr marL="0" lvl="0" indent="0" algn="l" rtl="0">
              <a:spcBef>
                <a:spcPts val="300"/>
              </a:spcBef>
              <a:spcAft>
                <a:spcPts val="300"/>
              </a:spcAft>
              <a:buNone/>
            </a:pPr>
            <a:r>
              <a:rPr lang="en-US" sz="1200"/>
              <a:t>=&gt; Overfitting xuất hiện rõ ràng: model tiếp tục tối ưu train, nhưng validation xấu đi.</a:t>
            </a:r>
            <a:endParaRPr sz="1200"/>
          </a:p>
          <a:p>
            <a:pPr marL="228600" lvl="0" indent="0" algn="l" rtl="0">
              <a:spcBef>
                <a:spcPts val="300"/>
              </a:spcBef>
              <a:spcAft>
                <a:spcPts val="300"/>
              </a:spcAft>
              <a:buNone/>
            </a:pPr>
            <a:endParaRPr sz="1050"/>
          </a:p>
        </p:txBody>
      </p:sp>
      <p:sp>
        <p:nvSpPr>
          <p:cNvPr id="430" name="Google Shape;430;p27"/>
          <p:cNvSpPr txBox="1">
            <a:spLocks noGrp="1"/>
          </p:cNvSpPr>
          <p:nvPr>
            <p:ph type="title"/>
          </p:nvPr>
        </p:nvSpPr>
        <p:spPr>
          <a:xfrm>
            <a:off x="568900" y="222885"/>
            <a:ext cx="10972800" cy="627703"/>
          </a:xfrm>
          <a:prstGeom prst="rect">
            <a:avLst/>
          </a:prstGeom>
          <a:noFill/>
          <a:ln>
            <a:noFill/>
          </a:ln>
        </p:spPr>
        <p:txBody>
          <a:bodyPr spcFirstLastPara="1" wrap="square" lIns="91425" tIns="45700" rIns="91425" bIns="45700" anchor="ctr" anchorCtr="0">
            <a:normAutofit/>
          </a:bodyPr>
          <a:lstStyle/>
          <a:p>
            <a:pPr marL="0" lvl="0" indent="0" algn="r" rtl="0">
              <a:lnSpc>
                <a:spcPct val="114000"/>
              </a:lnSpc>
              <a:spcBef>
                <a:spcPts val="0"/>
              </a:spcBef>
              <a:spcAft>
                <a:spcPts val="0"/>
              </a:spcAft>
              <a:buClr>
                <a:srgbClr val="14325A"/>
              </a:buClr>
              <a:buSzPts val="2800"/>
              <a:buFont typeface="Arial"/>
              <a:buNone/>
            </a:pPr>
            <a:r>
              <a:rPr lang="en-US"/>
              <a:t>THỰC NGHIỆM</a:t>
            </a:r>
            <a:endParaRPr/>
          </a:p>
        </p:txBody>
      </p:sp>
      <p:pic>
        <p:nvPicPr>
          <p:cNvPr id="431" name="Google Shape;431;p27"/>
          <p:cNvPicPr preferRelativeResize="0"/>
          <p:nvPr/>
        </p:nvPicPr>
        <p:blipFill>
          <a:blip r:embed="rId3">
            <a:alphaModFix/>
          </a:blip>
          <a:stretch>
            <a:fillRect/>
          </a:stretch>
        </p:blipFill>
        <p:spPr>
          <a:xfrm>
            <a:off x="6055300" y="1947096"/>
            <a:ext cx="5410200" cy="33528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3a2f36ca8c1_0_53"/>
          <p:cNvSpPr txBox="1">
            <a:spLocks noGrp="1"/>
          </p:cNvSpPr>
          <p:nvPr>
            <p:ph type="body" idx="1"/>
          </p:nvPr>
        </p:nvSpPr>
        <p:spPr>
          <a:xfrm>
            <a:off x="540623" y="1206625"/>
            <a:ext cx="5788800" cy="4970400"/>
          </a:xfrm>
          <a:prstGeom prst="rect">
            <a:avLst/>
          </a:prstGeom>
          <a:noFill/>
          <a:ln>
            <a:noFill/>
          </a:ln>
        </p:spPr>
        <p:txBody>
          <a:bodyPr spcFirstLastPara="1" wrap="square" lIns="91425" tIns="45700" rIns="91425" bIns="45700" anchor="t" anchorCtr="0">
            <a:noAutofit/>
          </a:bodyPr>
          <a:lstStyle/>
          <a:p>
            <a:pPr marL="0" lvl="0" indent="0" algn="l" rtl="0">
              <a:lnSpc>
                <a:spcPct val="114000"/>
              </a:lnSpc>
              <a:spcBef>
                <a:spcPts val="0"/>
              </a:spcBef>
              <a:spcAft>
                <a:spcPts val="0"/>
              </a:spcAft>
              <a:buClr>
                <a:schemeClr val="dk1"/>
              </a:buClr>
              <a:buSzPts val="1600"/>
              <a:buNone/>
            </a:pPr>
            <a:r>
              <a:rPr lang="en-US" b="1"/>
              <a:t>Mô hình Vision Transformer: Kết quả thực nghiệm</a:t>
            </a:r>
            <a:endParaRPr/>
          </a:p>
          <a:p>
            <a:pPr marL="228600" lvl="0" indent="0" algn="l" rtl="0">
              <a:spcBef>
                <a:spcPts val="1200"/>
              </a:spcBef>
              <a:spcAft>
                <a:spcPts val="0"/>
              </a:spcAft>
              <a:buNone/>
            </a:pPr>
            <a:r>
              <a:rPr lang="en-US" sz="1400"/>
              <a:t>Accuracy  : 0.9434</a:t>
            </a:r>
            <a:endParaRPr sz="1400"/>
          </a:p>
          <a:p>
            <a:pPr marL="228600" lvl="0" indent="0" algn="l" rtl="0">
              <a:spcBef>
                <a:spcPts val="1200"/>
              </a:spcBef>
              <a:spcAft>
                <a:spcPts val="0"/>
              </a:spcAft>
              <a:buNone/>
            </a:pPr>
            <a:r>
              <a:rPr lang="en-US" sz="1400"/>
              <a:t>Precision : 0.9348</a:t>
            </a:r>
            <a:endParaRPr sz="1400"/>
          </a:p>
          <a:p>
            <a:pPr marL="228600" lvl="0" indent="0" algn="l" rtl="0">
              <a:spcBef>
                <a:spcPts val="1200"/>
              </a:spcBef>
              <a:spcAft>
                <a:spcPts val="0"/>
              </a:spcAft>
              <a:buNone/>
            </a:pPr>
            <a:r>
              <a:rPr lang="en-US" sz="1400"/>
              <a:t>Recall    : 0.9248</a:t>
            </a:r>
            <a:endParaRPr sz="1400"/>
          </a:p>
          <a:p>
            <a:pPr marL="228600" lvl="0" indent="0" algn="l" rtl="0">
              <a:spcBef>
                <a:spcPts val="1200"/>
              </a:spcBef>
              <a:spcAft>
                <a:spcPts val="0"/>
              </a:spcAft>
              <a:buNone/>
            </a:pPr>
            <a:r>
              <a:rPr lang="en-US" sz="1400"/>
              <a:t>F1-score  : 0.9298</a:t>
            </a:r>
            <a:endParaRPr sz="1400"/>
          </a:p>
          <a:p>
            <a:pPr marL="228600" lvl="0" indent="0" algn="l" rtl="0">
              <a:spcBef>
                <a:spcPts val="1200"/>
              </a:spcBef>
              <a:spcAft>
                <a:spcPts val="0"/>
              </a:spcAft>
              <a:buNone/>
            </a:pPr>
            <a:r>
              <a:rPr lang="en-US" sz="1400"/>
              <a:t>ROC-AUC   : 0.9404</a:t>
            </a:r>
            <a:endParaRPr sz="1400"/>
          </a:p>
          <a:p>
            <a:pPr marL="228600" lvl="0" indent="0" algn="l" rtl="0">
              <a:spcBef>
                <a:spcPts val="1200"/>
              </a:spcBef>
              <a:spcAft>
                <a:spcPts val="0"/>
              </a:spcAft>
              <a:buNone/>
            </a:pPr>
            <a:r>
              <a:rPr lang="en-US" sz="1400"/>
              <a:t>              precision    recall  f1-score   support</a:t>
            </a:r>
            <a:endParaRPr sz="1400"/>
          </a:p>
          <a:p>
            <a:pPr marL="228600" lvl="0" indent="0" algn="l" rtl="0">
              <a:spcBef>
                <a:spcPts val="1200"/>
              </a:spcBef>
              <a:spcAft>
                <a:spcPts val="0"/>
              </a:spcAft>
              <a:buNone/>
            </a:pPr>
            <a:r>
              <a:rPr lang="en-US" sz="1400"/>
              <a:t>           0     0.9492    0.9561    0.9526      2619</a:t>
            </a:r>
            <a:endParaRPr sz="1400"/>
          </a:p>
          <a:p>
            <a:pPr marL="228600" lvl="0" indent="0" algn="l" rtl="0">
              <a:spcBef>
                <a:spcPts val="1200"/>
              </a:spcBef>
              <a:spcAft>
                <a:spcPts val="0"/>
              </a:spcAft>
              <a:buNone/>
            </a:pPr>
            <a:r>
              <a:rPr lang="en-US" sz="1400"/>
              <a:t>           1     0.9348    0.9248    0.9298      1782</a:t>
            </a:r>
            <a:endParaRPr sz="1400"/>
          </a:p>
          <a:p>
            <a:pPr marL="228600" lvl="0" indent="0" algn="l" rtl="0">
              <a:spcBef>
                <a:spcPts val="1200"/>
              </a:spcBef>
              <a:spcAft>
                <a:spcPts val="0"/>
              </a:spcAft>
              <a:buNone/>
            </a:pPr>
            <a:r>
              <a:rPr lang="en-US" sz="1400"/>
              <a:t>    accuracy                         0.9434      4401</a:t>
            </a:r>
            <a:endParaRPr sz="1400"/>
          </a:p>
          <a:p>
            <a:pPr marL="228600" lvl="0" indent="0" algn="l" rtl="0">
              <a:spcBef>
                <a:spcPts val="1200"/>
              </a:spcBef>
              <a:spcAft>
                <a:spcPts val="0"/>
              </a:spcAft>
              <a:buNone/>
            </a:pPr>
            <a:r>
              <a:rPr lang="en-US" sz="1400"/>
              <a:t>   macro avg     0.9420    0.9404    0.9412      4401</a:t>
            </a:r>
            <a:endParaRPr sz="1400"/>
          </a:p>
          <a:p>
            <a:pPr marL="228600" lvl="0" indent="0" algn="l" rtl="0">
              <a:spcBef>
                <a:spcPts val="1200"/>
              </a:spcBef>
              <a:spcAft>
                <a:spcPts val="0"/>
              </a:spcAft>
              <a:buNone/>
            </a:pPr>
            <a:r>
              <a:rPr lang="en-US" sz="1400"/>
              <a:t>weighted avg     0.9434    0.9434    0.9434      4401</a:t>
            </a:r>
            <a:endParaRPr sz="1400" b="1"/>
          </a:p>
        </p:txBody>
      </p:sp>
      <p:sp>
        <p:nvSpPr>
          <p:cNvPr id="437" name="Google Shape;437;g3a2f36ca8c1_0_53"/>
          <p:cNvSpPr txBox="1">
            <a:spLocks noGrp="1"/>
          </p:cNvSpPr>
          <p:nvPr>
            <p:ph type="title"/>
          </p:nvPr>
        </p:nvSpPr>
        <p:spPr>
          <a:xfrm>
            <a:off x="568900" y="222885"/>
            <a:ext cx="10972800" cy="627600"/>
          </a:xfrm>
          <a:prstGeom prst="rect">
            <a:avLst/>
          </a:prstGeom>
          <a:noFill/>
          <a:ln>
            <a:noFill/>
          </a:ln>
        </p:spPr>
        <p:txBody>
          <a:bodyPr spcFirstLastPara="1" wrap="square" lIns="91425" tIns="45700" rIns="91425" bIns="45700" anchor="ctr" anchorCtr="0">
            <a:normAutofit/>
          </a:bodyPr>
          <a:lstStyle/>
          <a:p>
            <a:pPr marL="0" lvl="0" indent="0" algn="r" rtl="0">
              <a:lnSpc>
                <a:spcPct val="114000"/>
              </a:lnSpc>
              <a:spcBef>
                <a:spcPts val="0"/>
              </a:spcBef>
              <a:spcAft>
                <a:spcPts val="0"/>
              </a:spcAft>
              <a:buClr>
                <a:srgbClr val="14325A"/>
              </a:buClr>
              <a:buSzPts val="2800"/>
              <a:buFont typeface="Arial"/>
              <a:buNone/>
            </a:pPr>
            <a:r>
              <a:rPr lang="en-US"/>
              <a:t>THỰC NGHIỆM</a:t>
            </a:r>
            <a:endParaRPr/>
          </a:p>
        </p:txBody>
      </p:sp>
      <p:pic>
        <p:nvPicPr>
          <p:cNvPr id="438" name="Google Shape;438;g3a2f36ca8c1_0_53"/>
          <p:cNvPicPr preferRelativeResize="0"/>
          <p:nvPr/>
        </p:nvPicPr>
        <p:blipFill>
          <a:blip r:embed="rId3">
            <a:alphaModFix/>
          </a:blip>
          <a:stretch>
            <a:fillRect/>
          </a:stretch>
        </p:blipFill>
        <p:spPr>
          <a:xfrm>
            <a:off x="5706801" y="1778030"/>
            <a:ext cx="4635225" cy="3729475"/>
          </a:xfrm>
          <a:prstGeom prst="rect">
            <a:avLst/>
          </a:prstGeom>
          <a:noFill/>
          <a:ln>
            <a:noFill/>
          </a:ln>
        </p:spPr>
      </p:pic>
      <p:sp>
        <p:nvSpPr>
          <p:cNvPr id="2" name="Rectangle 1">
            <a:extLst>
              <a:ext uri="{FF2B5EF4-FFF2-40B4-BE49-F238E27FC236}">
                <a16:creationId xmlns:a16="http://schemas.microsoft.com/office/drawing/2014/main" id="{10A2A878-50D8-2D71-BBB8-F74B0232100E}"/>
              </a:ext>
            </a:extLst>
          </p:cNvPr>
          <p:cNvSpPr/>
          <p:nvPr/>
        </p:nvSpPr>
        <p:spPr>
          <a:xfrm>
            <a:off x="7956332" y="1778030"/>
            <a:ext cx="1418896" cy="2942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a2f36ca8c1_0_23"/>
          <p:cNvSpPr txBox="1">
            <a:spLocks noGrp="1"/>
          </p:cNvSpPr>
          <p:nvPr>
            <p:ph type="body" idx="1"/>
          </p:nvPr>
        </p:nvSpPr>
        <p:spPr>
          <a:xfrm>
            <a:off x="540623" y="1206625"/>
            <a:ext cx="5788800" cy="4970400"/>
          </a:xfrm>
          <a:prstGeom prst="rect">
            <a:avLst/>
          </a:prstGeom>
          <a:noFill/>
          <a:ln>
            <a:noFill/>
          </a:ln>
        </p:spPr>
        <p:txBody>
          <a:bodyPr spcFirstLastPara="1" wrap="square" lIns="91425" tIns="45700" rIns="91425" bIns="45700" anchor="t" anchorCtr="0">
            <a:noAutofit/>
          </a:bodyPr>
          <a:lstStyle/>
          <a:p>
            <a:pPr marL="0" lvl="0" indent="0" algn="l" rtl="0">
              <a:lnSpc>
                <a:spcPct val="114000"/>
              </a:lnSpc>
              <a:spcBef>
                <a:spcPts val="0"/>
              </a:spcBef>
              <a:spcAft>
                <a:spcPts val="0"/>
              </a:spcAft>
              <a:buClr>
                <a:schemeClr val="dk1"/>
              </a:buClr>
              <a:buSzPts val="1600"/>
              <a:buNone/>
            </a:pPr>
            <a:r>
              <a:rPr lang="en-US" b="1"/>
              <a:t>Mô hình Vision Transformer: Kết quả thực nghiệm</a:t>
            </a:r>
            <a:endParaRPr/>
          </a:p>
          <a:p>
            <a:pPr marL="228600" lvl="0" indent="0" algn="l" rtl="0">
              <a:spcBef>
                <a:spcPts val="1200"/>
              </a:spcBef>
              <a:spcAft>
                <a:spcPts val="0"/>
              </a:spcAft>
              <a:buNone/>
            </a:pPr>
            <a:endParaRPr sz="1000" b="1"/>
          </a:p>
        </p:txBody>
      </p:sp>
      <p:sp>
        <p:nvSpPr>
          <p:cNvPr id="444" name="Google Shape;444;g3a2f36ca8c1_0_23"/>
          <p:cNvSpPr txBox="1">
            <a:spLocks noGrp="1"/>
          </p:cNvSpPr>
          <p:nvPr>
            <p:ph type="title"/>
          </p:nvPr>
        </p:nvSpPr>
        <p:spPr>
          <a:xfrm>
            <a:off x="568900" y="222885"/>
            <a:ext cx="10972800" cy="627600"/>
          </a:xfrm>
          <a:prstGeom prst="rect">
            <a:avLst/>
          </a:prstGeom>
          <a:noFill/>
          <a:ln>
            <a:noFill/>
          </a:ln>
        </p:spPr>
        <p:txBody>
          <a:bodyPr spcFirstLastPara="1" wrap="square" lIns="91425" tIns="45700" rIns="91425" bIns="45700" anchor="ctr" anchorCtr="0">
            <a:normAutofit/>
          </a:bodyPr>
          <a:lstStyle/>
          <a:p>
            <a:pPr marL="0" lvl="0" indent="0" algn="r" rtl="0">
              <a:lnSpc>
                <a:spcPct val="114000"/>
              </a:lnSpc>
              <a:spcBef>
                <a:spcPts val="0"/>
              </a:spcBef>
              <a:spcAft>
                <a:spcPts val="0"/>
              </a:spcAft>
              <a:buClr>
                <a:srgbClr val="14325A"/>
              </a:buClr>
              <a:buSzPts val="2800"/>
              <a:buFont typeface="Arial"/>
              <a:buNone/>
            </a:pPr>
            <a:r>
              <a:rPr lang="en-US"/>
              <a:t>THỰC NGHIỆM</a:t>
            </a:r>
            <a:endParaRPr/>
          </a:p>
        </p:txBody>
      </p:sp>
      <p:pic>
        <p:nvPicPr>
          <p:cNvPr id="445" name="Google Shape;445;g3a2f36ca8c1_0_23"/>
          <p:cNvPicPr preferRelativeResize="0"/>
          <p:nvPr/>
        </p:nvPicPr>
        <p:blipFill>
          <a:blip r:embed="rId3">
            <a:alphaModFix/>
          </a:blip>
          <a:stretch>
            <a:fillRect/>
          </a:stretch>
        </p:blipFill>
        <p:spPr>
          <a:xfrm>
            <a:off x="1104300" y="1853062"/>
            <a:ext cx="3780850" cy="3780850"/>
          </a:xfrm>
          <a:prstGeom prst="rect">
            <a:avLst/>
          </a:prstGeom>
          <a:noFill/>
          <a:ln>
            <a:noFill/>
          </a:ln>
        </p:spPr>
      </p:pic>
      <p:pic>
        <p:nvPicPr>
          <p:cNvPr id="446" name="Google Shape;446;g3a2f36ca8c1_0_23"/>
          <p:cNvPicPr preferRelativeResize="0"/>
          <p:nvPr/>
        </p:nvPicPr>
        <p:blipFill>
          <a:blip r:embed="rId4">
            <a:alphaModFix/>
          </a:blip>
          <a:stretch>
            <a:fillRect/>
          </a:stretch>
        </p:blipFill>
        <p:spPr>
          <a:xfrm>
            <a:off x="5577625" y="2126450"/>
            <a:ext cx="4897275" cy="32340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FD1A-1F45-5822-9202-C54DB76AD9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DC4110-7EC2-6BBF-0AFD-58BDE3017660}"/>
              </a:ext>
            </a:extLst>
          </p:cNvPr>
          <p:cNvSpPr>
            <a:spLocks noGrp="1"/>
          </p:cNvSpPr>
          <p:nvPr>
            <p:ph idx="1"/>
          </p:nvPr>
        </p:nvSpPr>
        <p:spPr>
          <a:xfrm>
            <a:off x="540620" y="1206631"/>
            <a:ext cx="11001080" cy="4970332"/>
          </a:xfrm>
        </p:spPr>
        <p:txBody>
          <a:bodyPr/>
          <a:lstStyle/>
          <a:p>
            <a:pPr marL="0" indent="0">
              <a:buNone/>
            </a:pPr>
            <a:r>
              <a:rPr lang="en-US" b="1"/>
              <a:t>Mô hình Vision Transformer: Kết quả thực nghiệm</a:t>
            </a:r>
          </a:p>
          <a:p>
            <a:pPr>
              <a:buFontTx/>
              <a:buChar char="-"/>
            </a:pPr>
            <a:r>
              <a:rPr lang="en-US"/>
              <a:t>F1 cho các kết quả dương tính (1) là </a:t>
            </a:r>
            <a:r>
              <a:rPr lang="en-US" b="1"/>
              <a:t>92,72%</a:t>
            </a:r>
            <a:r>
              <a:rPr lang="en-US"/>
              <a:t> và âm tính (0) là </a:t>
            </a:r>
            <a:r>
              <a:rPr lang="en-US" b="1"/>
              <a:t>95,06% </a:t>
            </a:r>
            <a:r>
              <a:rPr lang="en-US"/>
              <a:t>→ trung bình trọng số là </a:t>
            </a:r>
            <a:r>
              <a:rPr lang="en-US" b="1"/>
              <a:t>93,89%</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97A3A712-14D2-E471-00F6-4605ECC0C4F1}"/>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DD7AE877-9D0B-A3D8-9545-BA7B72658432}"/>
              </a:ext>
            </a:extLst>
          </p:cNvPr>
          <p:cNvPicPr>
            <a:picLocks noChangeAspect="1"/>
          </p:cNvPicPr>
          <p:nvPr/>
        </p:nvPicPr>
        <p:blipFill>
          <a:blip r:embed="rId2"/>
          <a:stretch>
            <a:fillRect/>
          </a:stretch>
        </p:blipFill>
        <p:spPr>
          <a:xfrm>
            <a:off x="1078040" y="2130418"/>
            <a:ext cx="10035919" cy="3600000"/>
          </a:xfrm>
          <a:prstGeom prst="rect">
            <a:avLst/>
          </a:prstGeom>
        </p:spPr>
      </p:pic>
    </p:spTree>
    <p:extLst>
      <p:ext uri="{BB962C8B-B14F-4D97-AF65-F5344CB8AC3E}">
        <p14:creationId xmlns:p14="http://schemas.microsoft.com/office/powerpoint/2010/main" val="3371495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BC9BC-2BCD-35FB-5BA9-72D4FBBF03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EDD301-1990-71B3-B958-27058D1E2481}"/>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9DEC0CFC-E93C-84F2-9043-294005A6AB42}"/>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2E6A0B88-080D-20C7-D66C-98AC6253C2EB}"/>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AAB99139-A466-C9C9-C771-7AF5E86B658B}"/>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1FBD9080-69FF-C922-FC9E-583F7E7639AB}"/>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13BC4575-FC9A-24A2-F76F-60506049FED2}"/>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F8AAAB7F-A22D-BAF1-227B-AC1193D34CA1}"/>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E6B88C4C-6A92-8CE7-7642-B192F946AD07}"/>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4175FB53-BDEC-C989-FBE7-F907E502AE38}"/>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04</a:t>
              </a:r>
              <a:endParaRPr lang="ko-KR" altLang="en-US" sz="3600" b="1">
                <a:solidFill>
                  <a:schemeClr val="bg1"/>
                </a:solidFill>
                <a:latin typeface="Arial (Body)"/>
                <a:cs typeface="Arial" pitchFamily="34" charset="0"/>
              </a:endParaRPr>
            </a:p>
          </p:txBody>
        </p:sp>
        <p:sp>
          <p:nvSpPr>
            <p:cNvPr id="24" name="TextBox 23">
              <a:extLst>
                <a:ext uri="{FF2B5EF4-FFF2-40B4-BE49-F238E27FC236}">
                  <a16:creationId xmlns:a16="http://schemas.microsoft.com/office/drawing/2014/main" id="{1DC8B16B-AA51-5335-DF0B-5DF3702870AA}"/>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Tổng kết</a:t>
              </a:r>
              <a:endParaRPr lang="ko-KR" altLang="en-US" sz="2400" b="1">
                <a:solidFill>
                  <a:schemeClr val="bg1"/>
                </a:solidFill>
                <a:latin typeface="Arial (Body)"/>
                <a:cs typeface="Arial" pitchFamily="34" charset="0"/>
              </a:endParaRPr>
            </a:p>
          </p:txBody>
        </p:sp>
      </p:grpSp>
      <p:grpSp>
        <p:nvGrpSpPr>
          <p:cNvPr id="6" name="Group 5">
            <a:extLst>
              <a:ext uri="{FF2B5EF4-FFF2-40B4-BE49-F238E27FC236}">
                <a16:creationId xmlns:a16="http://schemas.microsoft.com/office/drawing/2014/main" id="{B0A674AC-5481-DC43-F8C0-EA0C4BD60251}"/>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957DFF57-6002-F929-7A1B-8AEBCC90DCA6}"/>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4333675B-635A-50E9-CDF0-033A092259C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13674000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9DF25D9-E3C8-72A2-45BA-59B3082C86F8}"/>
              </a:ext>
            </a:extLst>
          </p:cNvPr>
          <p:cNvGraphicFramePr>
            <a:graphicFrameLocks noGrp="1"/>
          </p:cNvGraphicFramePr>
          <p:nvPr>
            <p:ph idx="1"/>
            <p:extLst>
              <p:ext uri="{D42A27DB-BD31-4B8C-83A1-F6EECF244321}">
                <p14:modId xmlns:p14="http://schemas.microsoft.com/office/powerpoint/2010/main" val="1892868808"/>
              </p:ext>
            </p:extLst>
          </p:nvPr>
        </p:nvGraphicFramePr>
        <p:xfrm>
          <a:off x="568900" y="1685700"/>
          <a:ext cx="9123336" cy="2148840"/>
        </p:xfrm>
        <a:graphic>
          <a:graphicData uri="http://schemas.openxmlformats.org/drawingml/2006/table">
            <a:tbl>
              <a:tblPr/>
              <a:tblGrid>
                <a:gridCol w="2280834">
                  <a:extLst>
                    <a:ext uri="{9D8B030D-6E8A-4147-A177-3AD203B41FA5}">
                      <a16:colId xmlns:a16="http://schemas.microsoft.com/office/drawing/2014/main" val="132684231"/>
                    </a:ext>
                  </a:extLst>
                </a:gridCol>
                <a:gridCol w="2280834">
                  <a:extLst>
                    <a:ext uri="{9D8B030D-6E8A-4147-A177-3AD203B41FA5}">
                      <a16:colId xmlns:a16="http://schemas.microsoft.com/office/drawing/2014/main" val="3653983260"/>
                    </a:ext>
                  </a:extLst>
                </a:gridCol>
                <a:gridCol w="2280834">
                  <a:extLst>
                    <a:ext uri="{9D8B030D-6E8A-4147-A177-3AD203B41FA5}">
                      <a16:colId xmlns:a16="http://schemas.microsoft.com/office/drawing/2014/main" val="3915225409"/>
                    </a:ext>
                  </a:extLst>
                </a:gridCol>
                <a:gridCol w="2280834">
                  <a:extLst>
                    <a:ext uri="{9D8B030D-6E8A-4147-A177-3AD203B41FA5}">
                      <a16:colId xmlns:a16="http://schemas.microsoft.com/office/drawing/2014/main" val="916176773"/>
                    </a:ext>
                  </a:extLst>
                </a:gridCol>
              </a:tblGrid>
              <a:tr h="0">
                <a:tc>
                  <a:txBody>
                    <a:bodyPr/>
                    <a:lstStyle/>
                    <a:p>
                      <a:pPr algn="ctr" fontAlgn="ctr">
                        <a:buNone/>
                      </a:pPr>
                      <a:r>
                        <a:rPr lang="en-GB" b="1">
                          <a:solidFill>
                            <a:srgbClr val="FFFFFF"/>
                          </a:solidFill>
                          <a:effectLst/>
                        </a:rPr>
                        <a:t>Mô hình</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âm tính (0)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dương tính (1)</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trung bình trọng số</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extLst>
                  <a:ext uri="{0D108BD9-81ED-4DB2-BD59-A6C34878D82A}">
                    <a16:rowId xmlns:a16="http://schemas.microsoft.com/office/drawing/2014/main" val="4292432416"/>
                  </a:ext>
                </a:extLst>
              </a:tr>
              <a:tr h="0">
                <a:tc>
                  <a:txBody>
                    <a:bodyPr/>
                    <a:lstStyle/>
                    <a:p>
                      <a:pPr algn="ctr">
                        <a:buNone/>
                      </a:pPr>
                      <a:r>
                        <a:rPr lang="en-GB">
                          <a:effectLst/>
                        </a:rPr>
                        <a:t>VIT_s16</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0,95064</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0,92722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0,94120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104860"/>
                  </a:ext>
                </a:extLst>
              </a:tr>
              <a:tr h="0">
                <a:tc>
                  <a:txBody>
                    <a:bodyPr/>
                    <a:lstStyle/>
                    <a:p>
                      <a:pPr algn="ctr">
                        <a:buNone/>
                      </a:pPr>
                      <a:r>
                        <a:rPr lang="en-GB">
                          <a:effectLst/>
                        </a:rPr>
                        <a:t>DenseNet169</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0,94425</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0,91306</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0,93162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1570165"/>
                  </a:ext>
                </a:extLst>
              </a:tr>
              <a:tr h="0">
                <a:tc>
                  <a:txBody>
                    <a:bodyPr/>
                    <a:lstStyle/>
                    <a:p>
                      <a:pPr algn="ctr">
                        <a:buNone/>
                      </a:pPr>
                      <a:r>
                        <a:rPr lang="en-GB">
                          <a:effectLst/>
                        </a:rPr>
                        <a:t>DenseNet121</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0,93213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0,89740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0,91813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265856"/>
                  </a:ext>
                </a:extLst>
              </a:tr>
              <a:tr h="0">
                <a:tc>
                  <a:txBody>
                    <a:bodyPr/>
                    <a:lstStyle/>
                    <a:p>
                      <a:pPr algn="ctr">
                        <a:buNone/>
                      </a:pPr>
                      <a:r>
                        <a:rPr lang="en-GB">
                          <a:effectLst/>
                        </a:rPr>
                        <a:t>CNN</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0,91287</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0,87152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0,89613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5323232"/>
                  </a:ext>
                </a:extLst>
              </a:tr>
              <a:tr h="0">
                <a:tc>
                  <a:txBody>
                    <a:bodyPr/>
                    <a:lstStyle/>
                    <a:p>
                      <a:pPr algn="ctr">
                        <a:buNone/>
                      </a:pPr>
                      <a:r>
                        <a:rPr lang="en-US">
                          <a:effectLst/>
                        </a:rPr>
                        <a:t>ResNet</a:t>
                      </a:r>
                      <a:endParaRPr lang="en-GB">
                        <a:effectLst/>
                      </a:endParaRP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effectLst/>
                        </a:rPr>
                        <a:t>0,91193</a:t>
                      </a:r>
                      <a:endParaRPr lang="en-GB">
                        <a:effectLst/>
                      </a:endParaRP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effectLst/>
                        </a:rPr>
                        <a:t>0,98008</a:t>
                      </a:r>
                      <a:endParaRPr lang="en-GB">
                        <a:effectLst/>
                      </a:endParaRP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effectLst/>
                        </a:rPr>
                        <a:t>0,89499</a:t>
                      </a:r>
                      <a:endParaRPr lang="en-GB">
                        <a:effectLst/>
                      </a:endParaRP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151775"/>
                  </a:ext>
                </a:extLst>
              </a:tr>
            </a:tbl>
          </a:graphicData>
        </a:graphic>
      </p:graphicFrame>
      <p:sp>
        <p:nvSpPr>
          <p:cNvPr id="3" name="Title 2">
            <a:extLst>
              <a:ext uri="{FF2B5EF4-FFF2-40B4-BE49-F238E27FC236}">
                <a16:creationId xmlns:a16="http://schemas.microsoft.com/office/drawing/2014/main" id="{29F7E3D4-EBE5-2B6D-5A9E-D521D2A9C368}"/>
              </a:ext>
            </a:extLst>
          </p:cNvPr>
          <p:cNvSpPr>
            <a:spLocks noGrp="1"/>
          </p:cNvSpPr>
          <p:nvPr>
            <p:ph type="title"/>
          </p:nvPr>
        </p:nvSpPr>
        <p:spPr/>
        <p:txBody>
          <a:bodyPr/>
          <a:lstStyle/>
          <a:p>
            <a:r>
              <a:rPr lang="en-US"/>
              <a:t>TỔNG KẾT</a:t>
            </a:r>
            <a:endParaRPr lang="en-GB"/>
          </a:p>
        </p:txBody>
      </p:sp>
      <p:sp>
        <p:nvSpPr>
          <p:cNvPr id="5" name="Content Placeholder 1">
            <a:extLst>
              <a:ext uri="{FF2B5EF4-FFF2-40B4-BE49-F238E27FC236}">
                <a16:creationId xmlns:a16="http://schemas.microsoft.com/office/drawing/2014/main" id="{E1839013-564F-972E-1D1B-FF1A360BFE31}"/>
              </a:ext>
            </a:extLst>
          </p:cNvPr>
          <p:cNvSpPr txBox="1">
            <a:spLocks/>
          </p:cNvSpPr>
          <p:nvPr/>
        </p:nvSpPr>
        <p:spPr>
          <a:xfrm>
            <a:off x="540620" y="1206631"/>
            <a:ext cx="11001080" cy="354155"/>
          </a:xfrm>
          <a:prstGeom prst="rect">
            <a:avLst/>
          </a:prstGeom>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Kết quả các mô hình thực nghiệm như sau:</a:t>
            </a:r>
            <a:endParaRPr lang="en-US">
              <a:highlight>
                <a:srgbClr val="FFFF00"/>
              </a:highlight>
            </a:endParaRPr>
          </a:p>
        </p:txBody>
      </p:sp>
      <p:sp>
        <p:nvSpPr>
          <p:cNvPr id="6" name="Content Placeholder 1">
            <a:extLst>
              <a:ext uri="{FF2B5EF4-FFF2-40B4-BE49-F238E27FC236}">
                <a16:creationId xmlns:a16="http://schemas.microsoft.com/office/drawing/2014/main" id="{A2395EF6-FEAA-1362-EA33-7689133FFE28}"/>
              </a:ext>
            </a:extLst>
          </p:cNvPr>
          <p:cNvSpPr txBox="1">
            <a:spLocks/>
          </p:cNvSpPr>
          <p:nvPr/>
        </p:nvSpPr>
        <p:spPr>
          <a:xfrm>
            <a:off x="540620" y="4186313"/>
            <a:ext cx="11001080" cy="354155"/>
          </a:xfrm>
          <a:prstGeom prst="rect">
            <a:avLst/>
          </a:prstGeom>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Bài học rút ra:</a:t>
            </a:r>
            <a:endParaRPr lang="en-GB"/>
          </a:p>
          <a:p>
            <a:pPr>
              <a:buFontTx/>
              <a:buChar char="-"/>
            </a:pPr>
            <a:r>
              <a:rPr lang="en-US"/>
              <a:t>Mô hình Vision Transformer tiên tiến hơn, đạt kết quả tốt nhất trong cả lớp âm tính và dương tính, cao hơn mô hình CNN đơn giản khoảng 5 điểm phần trăm.</a:t>
            </a:r>
          </a:p>
          <a:p>
            <a:pPr>
              <a:buFontTx/>
              <a:buChar char="-"/>
            </a:pPr>
            <a:r>
              <a:rPr lang="en-US"/>
              <a:t>Với bài toán phát hiện ung thư, có thể cần ưu tiên </a:t>
            </a:r>
            <a:r>
              <a:rPr lang="en-US" i="1"/>
              <a:t>không bỏ sót trường hợp dương tính</a:t>
            </a:r>
            <a:r>
              <a:rPr lang="en-US"/>
              <a:t> – tương ứng với tỷ lệ recall cao hơn (thay vì chỉ xét tới f1).</a:t>
            </a:r>
          </a:p>
          <a:p>
            <a:pPr>
              <a:buFontTx/>
              <a:buChar char="-"/>
            </a:pPr>
            <a:endParaRPr lang="en-US"/>
          </a:p>
          <a:p>
            <a:pPr>
              <a:buFontTx/>
              <a:buChar char="-"/>
            </a:pPr>
            <a:endParaRPr lang="en-US"/>
          </a:p>
          <a:p>
            <a:pPr>
              <a:buFontTx/>
              <a:buChar char="-"/>
            </a:pPr>
            <a:endParaRPr lang="en-GB">
              <a:effectLst/>
            </a:endParaRPr>
          </a:p>
        </p:txBody>
      </p:sp>
    </p:spTree>
    <p:extLst>
      <p:ext uri="{BB962C8B-B14F-4D97-AF65-F5344CB8AC3E}">
        <p14:creationId xmlns:p14="http://schemas.microsoft.com/office/powerpoint/2010/main" val="227945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578E94-C809-DFA5-56A8-CEC82018D8B9}"/>
              </a:ext>
            </a:extLst>
          </p:cNvPr>
          <p:cNvSpPr txBox="1"/>
          <p:nvPr/>
        </p:nvSpPr>
        <p:spPr>
          <a:xfrm>
            <a:off x="6248400" y="4274794"/>
            <a:ext cx="5943597" cy="707886"/>
          </a:xfrm>
          <a:prstGeom prst="rect">
            <a:avLst/>
          </a:prstGeom>
          <a:noFill/>
        </p:spPr>
        <p:txBody>
          <a:bodyPr wrap="square" rtlCol="0" anchor="ctr">
            <a:spAutoFit/>
          </a:bodyPr>
          <a:lstStyle/>
          <a:p>
            <a:pPr lvl="0" algn="ctr">
              <a:defRPr/>
            </a:pPr>
            <a:r>
              <a:rPr lang="en-US" altLang="ko-KR" sz="4000" b="1">
                <a:solidFill>
                  <a:prstClr val="white"/>
                </a:solidFill>
                <a:latin typeface="Arial"/>
                <a:ea typeface="맑은 고딕"/>
                <a:cs typeface="Arial" pitchFamily="34" charset="0"/>
              </a:rPr>
              <a:t>THANK YOU</a:t>
            </a:r>
            <a:endParaRPr lang="ko-KR" altLang="en-US" sz="4000" b="1">
              <a:solidFill>
                <a:prstClr val="white"/>
              </a:solidFill>
              <a:latin typeface="Arial"/>
              <a:ea typeface="맑은 고딕"/>
              <a:cs typeface="Arial" pitchFamily="34" charset="0"/>
            </a:endParaRPr>
          </a:p>
        </p:txBody>
      </p:sp>
    </p:spTree>
    <p:extLst>
      <p:ext uri="{BB962C8B-B14F-4D97-AF65-F5344CB8AC3E}">
        <p14:creationId xmlns:p14="http://schemas.microsoft.com/office/powerpoint/2010/main" val="4283425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theme/theme1.xml><?xml version="1.0" encoding="utf-8"?>
<a:theme xmlns:a="http://schemas.openxmlformats.org/drawingml/2006/main" name="Cover and End Slide Master">
  <a:themeElements>
    <a:clrScheme name="Double-Exposure-Business">
      <a:dk1>
        <a:sysClr val="windowText" lastClr="000000"/>
      </a:dk1>
      <a:lt1>
        <a:sysClr val="window" lastClr="FFFFFF"/>
      </a:lt1>
      <a:dk2>
        <a:srgbClr val="44546A"/>
      </a:dk2>
      <a:lt2>
        <a:srgbClr val="E7E6E6"/>
      </a:lt2>
      <a:accent1>
        <a:srgbClr val="507C89"/>
      </a:accent1>
      <a:accent2>
        <a:srgbClr val="8CBABE"/>
      </a:accent2>
      <a:accent3>
        <a:srgbClr val="9CCCD2"/>
      </a:accent3>
      <a:accent4>
        <a:srgbClr val="507C89"/>
      </a:accent4>
      <a:accent5>
        <a:srgbClr val="8CBABE"/>
      </a:accent5>
      <a:accent6>
        <a:srgbClr val="9CCCD2"/>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FPTS">
      <a:dk1>
        <a:sysClr val="windowText" lastClr="000000"/>
      </a:dk1>
      <a:lt1>
        <a:sysClr val="window" lastClr="FFFFFF"/>
      </a:lt1>
      <a:dk2>
        <a:srgbClr val="000000"/>
      </a:dk2>
      <a:lt2>
        <a:srgbClr val="FFFFFF"/>
      </a:lt2>
      <a:accent1>
        <a:srgbClr val="14325A"/>
      </a:accent1>
      <a:accent2>
        <a:srgbClr val="507896"/>
      </a:accent2>
      <a:accent3>
        <a:srgbClr val="8CB4D2"/>
      </a:accent3>
      <a:accent4>
        <a:srgbClr val="7F7F7F"/>
      </a:accent4>
      <a:accent5>
        <a:srgbClr val="BFBFBF"/>
      </a:accent5>
      <a:accent6>
        <a:srgbClr val="D9D9D9"/>
      </a:accent6>
      <a:hlink>
        <a:srgbClr val="14325A"/>
      </a:hlink>
      <a:folHlink>
        <a:srgbClr val="D9D9D9"/>
      </a:folHlink>
    </a:clrScheme>
    <a:fontScheme name="FP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70416AB34B59B408067A14BC462CFA2" ma:contentTypeVersion="3" ma:contentTypeDescription="Create a new document." ma:contentTypeScope="" ma:versionID="d516158d82e333d9e650407b76d3003b">
  <xsd:schema xmlns:xsd="http://www.w3.org/2001/XMLSchema" xmlns:xs="http://www.w3.org/2001/XMLSchema" xmlns:p="http://schemas.microsoft.com/office/2006/metadata/properties" xmlns:ns2="abdabb44-9601-472e-8243-d9177c20593c" targetNamespace="http://schemas.microsoft.com/office/2006/metadata/properties" ma:root="true" ma:fieldsID="39eed30d72e9744e48d1ce4fb995e065" ns2:_="">
    <xsd:import namespace="abdabb44-9601-472e-8243-d9177c20593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abb44-9601-472e-8243-d9177c2059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06AE7C-8139-41B5-975A-46A126EE84B2}">
  <ds:schemaRefs>
    <ds:schemaRef ds:uri="http://schemas.microsoft.com/sharepoint/v3/contenttype/forms"/>
  </ds:schemaRefs>
</ds:datastoreItem>
</file>

<file path=customXml/itemProps2.xml><?xml version="1.0" encoding="utf-8"?>
<ds:datastoreItem xmlns:ds="http://schemas.openxmlformats.org/officeDocument/2006/customXml" ds:itemID="{7859F668-5352-487F-B544-CA40C5134995}">
  <ds:schemaRefs>
    <ds:schemaRef ds:uri="abdabb44-9601-472e-8243-d9177c2059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AE6F0EF-C47F-49A4-BD01-FABC04D68B88}">
  <ds:schemaRefs>
    <ds:schemaRef ds:uri="http://schemas.microsoft.com/office/2006/documentManagement/types"/>
    <ds:schemaRef ds:uri="http://www.w3.org/XML/1998/namespace"/>
    <ds:schemaRef ds:uri="http://purl.org/dc/elements/1.1/"/>
    <ds:schemaRef ds:uri="http://purl.org/dc/terms/"/>
    <ds:schemaRef ds:uri="http://purl.org/dc/dcmitype/"/>
    <ds:schemaRef ds:uri="http://schemas.openxmlformats.org/package/2006/metadata/core-properties"/>
    <ds:schemaRef ds:uri="http://schemas.microsoft.com/office/infopath/2007/PartnerControls"/>
    <ds:schemaRef ds:uri="abdabb44-9601-472e-8243-d9177c20593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1149</TotalTime>
  <Words>3076</Words>
  <Application>Microsoft Office PowerPoint</Application>
  <PresentationFormat>Widescreen</PresentationFormat>
  <Paragraphs>420</Paragraphs>
  <Slides>40</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40</vt:i4>
      </vt:variant>
    </vt:vector>
  </HeadingPairs>
  <TitlesOfParts>
    <vt:vector size="51" baseType="lpstr">
      <vt:lpstr>Arial</vt:lpstr>
      <vt:lpstr>Arial (Body)</vt:lpstr>
      <vt:lpstr>Calibri</vt:lpstr>
      <vt:lpstr>Cambria Math</vt:lpstr>
      <vt:lpstr>Courier</vt:lpstr>
      <vt:lpstr>Helvetica</vt:lpstr>
      <vt:lpstr>Roboto</vt:lpstr>
      <vt:lpstr>Roboto Mono</vt:lpstr>
      <vt:lpstr>Times Roman</vt:lpstr>
      <vt:lpstr>Cover and End Slide Master</vt:lpstr>
      <vt:lpstr>Office Theme</vt:lpstr>
      <vt:lpstr>PowerPoint Presentation</vt:lpstr>
      <vt:lpstr>PowerPoint Presentation</vt:lpstr>
      <vt:lpstr>PowerPoint Presentation</vt:lpstr>
      <vt:lpstr>PHÁT BIỂU BÀI TOÁN</vt:lpstr>
      <vt:lpstr>PHÁT BIỂU BÀI TOÁN</vt:lpstr>
      <vt:lpstr>PowerPoint Presentation</vt:lpstr>
      <vt:lpstr>KIẾN THỨC NỀN TẢNG</vt:lpstr>
      <vt:lpstr>KIẾN THỨC NỀN TẢNG</vt:lpstr>
      <vt:lpstr>PowerPoint Presentation</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PowerPoint Presentation</vt:lpstr>
      <vt:lpstr>TỔNG KẾT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DucNN2@fpts.com.vn</dc:creator>
  <cp:lastModifiedBy>Duc Nguyen Ngoc</cp:lastModifiedBy>
  <cp:revision>4</cp:revision>
  <dcterms:created xsi:type="dcterms:W3CDTF">2023-03-15T04:21:50Z</dcterms:created>
  <dcterms:modified xsi:type="dcterms:W3CDTF">2025-11-14T16:04:30Z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0x010100870416AB34B59B408067A14BC462CFA2</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