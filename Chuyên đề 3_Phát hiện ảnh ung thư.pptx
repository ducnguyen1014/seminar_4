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559_2CEDAB2B.xml" ContentType="application/vnd.ms-powerpoint.comment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 id="2147483673" r:id="rId5"/>
  </p:sldMasterIdLst>
  <p:notesMasterIdLst>
    <p:notesMasterId r:id="rId37"/>
  </p:notesMasterIdLst>
  <p:handoutMasterIdLst>
    <p:handoutMasterId r:id="rId38"/>
  </p:handoutMasterIdLst>
  <p:sldIdLst>
    <p:sldId id="355" r:id="rId6"/>
    <p:sldId id="1262" r:id="rId7"/>
    <p:sldId id="1378" r:id="rId8"/>
    <p:sldId id="1347" r:id="rId9"/>
    <p:sldId id="1348" r:id="rId10"/>
    <p:sldId id="1375" r:id="rId11"/>
    <p:sldId id="1350" r:id="rId12"/>
    <p:sldId id="1351" r:id="rId13"/>
    <p:sldId id="1376" r:id="rId14"/>
    <p:sldId id="1349" r:id="rId15"/>
    <p:sldId id="1352" r:id="rId16"/>
    <p:sldId id="1353" r:id="rId17"/>
    <p:sldId id="1354" r:id="rId18"/>
    <p:sldId id="1367" r:id="rId19"/>
    <p:sldId id="1368" r:id="rId20"/>
    <p:sldId id="1357" r:id="rId21"/>
    <p:sldId id="1363" r:id="rId22"/>
    <p:sldId id="1364" r:id="rId23"/>
    <p:sldId id="1365" r:id="rId24"/>
    <p:sldId id="1372" r:id="rId25"/>
    <p:sldId id="1366" r:id="rId26"/>
    <p:sldId id="1369" r:id="rId27"/>
    <p:sldId id="1374" r:id="rId28"/>
    <p:sldId id="1370" r:id="rId29"/>
    <p:sldId id="1358" r:id="rId30"/>
    <p:sldId id="1360" r:id="rId31"/>
    <p:sldId id="1373" r:id="rId32"/>
    <p:sldId id="1361" r:id="rId33"/>
    <p:sldId id="1377" r:id="rId34"/>
    <p:sldId id="1371" r:id="rId35"/>
    <p:sldId id="134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CA4914-FEE7-47AE-AD9B-6C5049C176F3}">
          <p14:sldIdLst>
            <p14:sldId id="355"/>
            <p14:sldId id="1262"/>
          </p14:sldIdLst>
        </p14:section>
        <p14:section name="Phát biểu bài toán" id="{5F7BB3B2-C104-4785-AF1D-FD9B7C7BAE04}">
          <p14:sldIdLst>
            <p14:sldId id="1378"/>
            <p14:sldId id="1347"/>
            <p14:sldId id="1348"/>
          </p14:sldIdLst>
        </p14:section>
        <p14:section name="Kiến thức nền tảng" id="{5AA48FFB-2D01-4961-AF4D-EB27AB765273}">
          <p14:sldIdLst>
            <p14:sldId id="1375"/>
            <p14:sldId id="1350"/>
            <p14:sldId id="1351"/>
          </p14:sldIdLst>
        </p14:section>
        <p14:section name="Thực nghiệm" id="{82E2A91E-8BA4-491C-BC95-D91415F6DC0B}">
          <p14:sldIdLst>
            <p14:sldId id="1376"/>
            <p14:sldId id="1349"/>
            <p14:sldId id="1352"/>
          </p14:sldIdLst>
        </p14:section>
        <p14:section name="CNN" id="{D1644889-D3F8-4144-930E-F792E8BA8159}">
          <p14:sldIdLst>
            <p14:sldId id="1353"/>
            <p14:sldId id="1354"/>
            <p14:sldId id="1367"/>
            <p14:sldId id="1368"/>
          </p14:sldIdLst>
        </p14:section>
        <p14:section name="DensetNet - 169" id="{C67A77F6-7482-40DC-A6D5-E54A92B84676}">
          <p14:sldIdLst>
            <p14:sldId id="1357"/>
            <p14:sldId id="1363"/>
            <p14:sldId id="1364"/>
            <p14:sldId id="1365"/>
            <p14:sldId id="1372"/>
            <p14:sldId id="1366"/>
          </p14:sldIdLst>
        </p14:section>
        <p14:section name="DenseNet121" id="{14C05DB8-728B-4E26-9A21-0110A337CF19}">
          <p14:sldIdLst>
            <p14:sldId id="1369"/>
            <p14:sldId id="1374"/>
            <p14:sldId id="1370"/>
          </p14:sldIdLst>
        </p14:section>
        <p14:section name="ResNet" id="{DDF9B63F-ADF1-455E-8E65-1EAC86EB940C}">
          <p14:sldIdLst>
            <p14:sldId id="1358"/>
          </p14:sldIdLst>
        </p14:section>
        <p14:section name="Vision Transformer" id="{B8FB878C-F75F-4C02-B265-7BFBCD3A904F}">
          <p14:sldIdLst>
            <p14:sldId id="1360"/>
            <p14:sldId id="1373"/>
            <p14:sldId id="1361"/>
          </p14:sldIdLst>
        </p14:section>
        <p14:section name="Tổng kết" id="{6A8D17F6-27A6-4BC4-A196-0DAA66691CCC}">
          <p14:sldIdLst>
            <p14:sldId id="1377"/>
            <p14:sldId id="1371"/>
            <p14:sldId id="13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EFC61D-C495-D305-4D84-62D3F6BB7267}" name="Nhan Nguyen Duc Thanh" initials="NN" userId="S::NhanNDT@fpts.com.vn::51fbf404-35a5-4ae2-b805-36f4882c2072" providerId="AD"/>
  <p188:author id="{E4F6FE5A-0662-1CA9-B03C-76D529F94C4F}" name="Thanh Trinh" initials="TT" userId="0b82ccb6f5e4b088" providerId="Windows Live"/>
  <p188:author id="{60DF5A7D-4024-D5A7-C38D-ABFEA6E21EDE}" name="Nguyen Ngo Ba" initials="NB" userId="S::nguyennb@fpts.com.vn::c4f13896-4ac1-473b-b33a-5c3b08f9a645" providerId="AD"/>
  <p188:author id="{35975D7E-4401-5EAB-7FB6-4D8AB60F1825}" name="Nguyen Ngo Ba" initials="" userId="S::NguyenNB@fpts.com.vn::c4f13896-4ac1-473b-b33a-5c3b08f9a645" providerId="AD"/>
  <p188:author id="{BB435283-1ECD-C07B-D5C1-448A43CC9DA8}" name="Nam Dau Duc" initials="ND" userId="S::NamDD@fpts.com.vn::2b6e4d2a-c907-460a-b819-2c17c1b0e2c6" providerId="AD"/>
  <p188:author id="{6F4254A6-CBCB-7A35-6CAD-C943A4FD250B}" name="Chi Nguyen Thi Kim" initials="CN" userId="S::ChiNTK@fpts.com.vn::d76d8d35-6d18-4c67-aa33-5d2074c6640c" providerId="AD"/>
  <p188:author id="{5FBDA1D7-C681-8384-FB38-11FAA4F7C4ED}" name="Duc Nguyen Ngoc" initials="DN" userId="S::DucNN2@fpts.com.vn::1ef4b99b-b769-493e-ba0f-e5a3a6c9e87e" providerId="AD"/>
  <p188:author id="{633376EB-2AD3-CDFD-F6B5-516EB35C7390}" name="Thanh Trinh Duc" initials="TT" userId="S::ThanhTD@fpts.com.vn::2cc0a1be-ba08-46ce-8cf7-2e5f790a5654" providerId="AD"/>
  <p188:author id="{6C49F3FD-2E99-3DA1-1AEC-2EC46F86E8CB}" name="Vy Pham Thi Thao" initials="VP" userId="S::VyPTT@fpts.com.vn::81b4f5b7-66e6-4525-aa73-2e1942c3026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325A"/>
    <a:srgbClr val="BFBFBF"/>
    <a:srgbClr val="D9D9D9"/>
    <a:srgbClr val="A6A6A6"/>
    <a:srgbClr val="7F7F7F"/>
    <a:srgbClr val="8CC850"/>
    <a:srgbClr val="F3F3F3"/>
    <a:srgbClr val="FFFAF8"/>
    <a:srgbClr val="8CB4D2"/>
    <a:srgbClr val="5078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C14311-6A47-4920-A6C8-79C25BF50997}" v="2033" dt="2025-11-04T15:52:10.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51" y="5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 Nguyen Ngoc" userId="1ef4b99b-b769-493e-ba0f-e5a3a6c9e87e" providerId="ADAL" clId="{B7607DFD-E900-4C95-BC07-270047441A7A}"/>
    <pc:docChg chg="undo custSel addSld delSld modSld sldOrd addSection delSection modSection">
      <pc:chgData name="Duc Nguyen Ngoc" userId="1ef4b99b-b769-493e-ba0f-e5a3a6c9e87e" providerId="ADAL" clId="{B7607DFD-E900-4C95-BC07-270047441A7A}" dt="2025-11-04T15:54:38.442" v="10941" actId="47"/>
      <pc:docMkLst>
        <pc:docMk/>
      </pc:docMkLst>
      <pc:sldChg chg="modSp mod">
        <pc:chgData name="Duc Nguyen Ngoc" userId="1ef4b99b-b769-493e-ba0f-e5a3a6c9e87e" providerId="ADAL" clId="{B7607DFD-E900-4C95-BC07-270047441A7A}" dt="2025-10-15T14:40:26.959" v="3124" actId="20577"/>
        <pc:sldMkLst>
          <pc:docMk/>
          <pc:sldMk cId="1981054599" sldId="355"/>
        </pc:sldMkLst>
        <pc:spChg chg="mod">
          <ac:chgData name="Duc Nguyen Ngoc" userId="1ef4b99b-b769-493e-ba0f-e5a3a6c9e87e" providerId="ADAL" clId="{B7607DFD-E900-4C95-BC07-270047441A7A}" dt="2025-10-15T14:40:26.959" v="3124" actId="20577"/>
          <ac:spMkLst>
            <pc:docMk/>
            <pc:sldMk cId="1981054599" sldId="355"/>
            <ac:spMk id="11" creationId="{ADF0DB56-26DE-4005-902B-2E68ACC2F5A6}"/>
          </ac:spMkLst>
        </pc:spChg>
      </pc:sldChg>
      <pc:sldChg chg="addSp delSp modSp mod modShow">
        <pc:chgData name="Duc Nguyen Ngoc" userId="1ef4b99b-b769-493e-ba0f-e5a3a6c9e87e" providerId="ADAL" clId="{B7607DFD-E900-4C95-BC07-270047441A7A}" dt="2025-11-04T15:52:10.122" v="10895" actId="571"/>
        <pc:sldMkLst>
          <pc:docMk/>
          <pc:sldMk cId="1499799786" sldId="1262"/>
        </pc:sldMkLst>
        <pc:spChg chg="mod">
          <ac:chgData name="Duc Nguyen Ngoc" userId="1ef4b99b-b769-493e-ba0f-e5a3a6c9e87e" providerId="ADAL" clId="{B7607DFD-E900-4C95-BC07-270047441A7A}" dt="2025-11-04T15:51:04.573" v="10870" actId="20577"/>
          <ac:spMkLst>
            <pc:docMk/>
            <pc:sldMk cId="1499799786" sldId="1262"/>
            <ac:spMk id="5" creationId="{4CF14384-3D5C-785E-2355-B17CE2DB31A6}"/>
          </ac:spMkLst>
        </pc:spChg>
        <pc:spChg chg="mod">
          <ac:chgData name="Duc Nguyen Ngoc" userId="1ef4b99b-b769-493e-ba0f-e5a3a6c9e87e" providerId="ADAL" clId="{B7607DFD-E900-4C95-BC07-270047441A7A}" dt="2025-11-04T15:50:40.735" v="10759" actId="20577"/>
          <ac:spMkLst>
            <pc:docMk/>
            <pc:sldMk cId="1499799786" sldId="1262"/>
            <ac:spMk id="8" creationId="{6194EF62-8588-9AE7-EDFC-85046EF94146}"/>
          </ac:spMkLst>
        </pc:spChg>
        <pc:spChg chg="mod">
          <ac:chgData name="Duc Nguyen Ngoc" userId="1ef4b99b-b769-493e-ba0f-e5a3a6c9e87e" providerId="ADAL" clId="{B7607DFD-E900-4C95-BC07-270047441A7A}" dt="2025-11-04T15:52:10.122" v="10895" actId="571"/>
          <ac:spMkLst>
            <pc:docMk/>
            <pc:sldMk cId="1499799786" sldId="1262"/>
            <ac:spMk id="10" creationId="{C3217E4A-7618-24E7-95EB-85C3D20A012B}"/>
          </ac:spMkLst>
        </pc:spChg>
        <pc:spChg chg="mod">
          <ac:chgData name="Duc Nguyen Ngoc" userId="1ef4b99b-b769-493e-ba0f-e5a3a6c9e87e" providerId="ADAL" clId="{B7607DFD-E900-4C95-BC07-270047441A7A}" dt="2025-11-04T15:52:10.122" v="10895" actId="571"/>
          <ac:spMkLst>
            <pc:docMk/>
            <pc:sldMk cId="1499799786" sldId="1262"/>
            <ac:spMk id="11" creationId="{B953E14E-AA88-82CA-E162-A7C628EEEE72}"/>
          </ac:spMkLst>
        </pc:spChg>
        <pc:spChg chg="mod">
          <ac:chgData name="Duc Nguyen Ngoc" userId="1ef4b99b-b769-493e-ba0f-e5a3a6c9e87e" providerId="ADAL" clId="{B7607DFD-E900-4C95-BC07-270047441A7A}" dt="2025-11-04T15:51:16.034" v="10872"/>
          <ac:spMkLst>
            <pc:docMk/>
            <pc:sldMk cId="1499799786" sldId="1262"/>
            <ac:spMk id="17" creationId="{6CDA30A3-065D-0E58-8D18-1AC6E02435EC}"/>
          </ac:spMkLst>
        </pc:spChg>
        <pc:spChg chg="mod">
          <ac:chgData name="Duc Nguyen Ngoc" userId="1ef4b99b-b769-493e-ba0f-e5a3a6c9e87e" providerId="ADAL" clId="{B7607DFD-E900-4C95-BC07-270047441A7A}" dt="2025-11-04T15:52:10.122" v="10895" actId="571"/>
          <ac:spMkLst>
            <pc:docMk/>
            <pc:sldMk cId="1499799786" sldId="1262"/>
            <ac:spMk id="18" creationId="{FE23E04E-0370-E608-B5B5-570FE45D9195}"/>
          </ac:spMkLst>
        </pc:spChg>
        <pc:spChg chg="mod">
          <ac:chgData name="Duc Nguyen Ngoc" userId="1ef4b99b-b769-493e-ba0f-e5a3a6c9e87e" providerId="ADAL" clId="{B7607DFD-E900-4C95-BC07-270047441A7A}" dt="2025-11-04T15:52:10.122" v="10895" actId="571"/>
          <ac:spMkLst>
            <pc:docMk/>
            <pc:sldMk cId="1499799786" sldId="1262"/>
            <ac:spMk id="19" creationId="{D0D2E35A-9B77-0A79-2C53-721C4B3D17DA}"/>
          </ac:spMkLst>
        </pc:spChg>
        <pc:spChg chg="mod">
          <ac:chgData name="Duc Nguyen Ngoc" userId="1ef4b99b-b769-493e-ba0f-e5a3a6c9e87e" providerId="ADAL" clId="{B7607DFD-E900-4C95-BC07-270047441A7A}" dt="2025-11-04T15:51:18.493" v="10873"/>
          <ac:spMkLst>
            <pc:docMk/>
            <pc:sldMk cId="1499799786" sldId="1262"/>
            <ac:spMk id="20" creationId="{47C6795A-84C9-C6EA-CF4B-7A27DD4927C5}"/>
          </ac:spMkLst>
        </pc:spChg>
        <pc:spChg chg="mod">
          <ac:chgData name="Duc Nguyen Ngoc" userId="1ef4b99b-b769-493e-ba0f-e5a3a6c9e87e" providerId="ADAL" clId="{B7607DFD-E900-4C95-BC07-270047441A7A}" dt="2025-11-04T15:51:22.051" v="10875"/>
          <ac:spMkLst>
            <pc:docMk/>
            <pc:sldMk cId="1499799786" sldId="1262"/>
            <ac:spMk id="23" creationId="{E51E24A4-1A8E-24DB-DCB4-1670B01A7C99}"/>
          </ac:spMkLst>
        </pc:spChg>
        <pc:spChg chg="mod">
          <ac:chgData name="Duc Nguyen Ngoc" userId="1ef4b99b-b769-493e-ba0f-e5a3a6c9e87e" providerId="ADAL" clId="{B7607DFD-E900-4C95-BC07-270047441A7A}" dt="2025-11-04T15:51:22.051" v="10875"/>
          <ac:spMkLst>
            <pc:docMk/>
            <pc:sldMk cId="1499799786" sldId="1262"/>
            <ac:spMk id="24" creationId="{3CA11DFF-9FCE-864C-05C4-B648F6E9B2D3}"/>
          </ac:spMkLst>
        </pc:spChg>
        <pc:spChg chg="mod">
          <ac:chgData name="Duc Nguyen Ngoc" userId="1ef4b99b-b769-493e-ba0f-e5a3a6c9e87e" providerId="ADAL" clId="{B7607DFD-E900-4C95-BC07-270047441A7A}" dt="2025-11-04T15:52:10.122" v="10895" actId="571"/>
          <ac:spMkLst>
            <pc:docMk/>
            <pc:sldMk cId="1499799786" sldId="1262"/>
            <ac:spMk id="25" creationId="{BA15B4DE-7C68-64AC-0171-284808780A8E}"/>
          </ac:spMkLst>
        </pc:spChg>
        <pc:spChg chg="mod">
          <ac:chgData name="Duc Nguyen Ngoc" userId="1ef4b99b-b769-493e-ba0f-e5a3a6c9e87e" providerId="ADAL" clId="{B7607DFD-E900-4C95-BC07-270047441A7A}" dt="2025-11-04T15:52:10.122" v="10895" actId="571"/>
          <ac:spMkLst>
            <pc:docMk/>
            <pc:sldMk cId="1499799786" sldId="1262"/>
            <ac:spMk id="26" creationId="{1A38F990-326C-B77C-05C2-A708057F25AE}"/>
          </ac:spMkLst>
        </pc:spChg>
        <pc:grpChg chg="del">
          <ac:chgData name="Duc Nguyen Ngoc" userId="1ef4b99b-b769-493e-ba0f-e5a3a6c9e87e" providerId="ADAL" clId="{B7607DFD-E900-4C95-BC07-270047441A7A}" dt="2025-11-04T15:51:24.074" v="10876" actId="478"/>
          <ac:grpSpMkLst>
            <pc:docMk/>
            <pc:sldMk cId="1499799786" sldId="1262"/>
            <ac:grpSpMk id="2" creationId="{5DB2223E-C483-267F-A3A6-CDF99E64A007}"/>
          </ac:grpSpMkLst>
        </pc:grpChg>
        <pc:grpChg chg="add mod">
          <ac:chgData name="Duc Nguyen Ngoc" userId="1ef4b99b-b769-493e-ba0f-e5a3a6c9e87e" providerId="ADAL" clId="{B7607DFD-E900-4C95-BC07-270047441A7A}" dt="2025-11-04T15:52:10.122" v="10895" actId="571"/>
          <ac:grpSpMkLst>
            <pc:docMk/>
            <pc:sldMk cId="1499799786" sldId="1262"/>
            <ac:grpSpMk id="9" creationId="{B508DB8B-8584-1A0F-E010-FE5CBDFA26ED}"/>
          </ac:grpSpMkLst>
        </pc:grpChg>
        <pc:grpChg chg="add mod">
          <ac:chgData name="Duc Nguyen Ngoc" userId="1ef4b99b-b769-493e-ba0f-e5a3a6c9e87e" providerId="ADAL" clId="{B7607DFD-E900-4C95-BC07-270047441A7A}" dt="2025-11-04T15:52:10.122" v="10895" actId="571"/>
          <ac:grpSpMkLst>
            <pc:docMk/>
            <pc:sldMk cId="1499799786" sldId="1262"/>
            <ac:grpSpMk id="13" creationId="{BFD74CE9-CFB3-AFA9-87F8-85BC66C79729}"/>
          </ac:grpSpMkLst>
        </pc:grpChg>
        <pc:grpChg chg="mod">
          <ac:chgData name="Duc Nguyen Ngoc" userId="1ef4b99b-b769-493e-ba0f-e5a3a6c9e87e" providerId="ADAL" clId="{B7607DFD-E900-4C95-BC07-270047441A7A}" dt="2025-11-04T15:50:43.032" v="10761" actId="1076"/>
          <ac:grpSpMkLst>
            <pc:docMk/>
            <pc:sldMk cId="1499799786" sldId="1262"/>
            <ac:grpSpMk id="14" creationId="{7166CF4F-4CF3-9C0A-683E-01DC7297F7B4}"/>
          </ac:grpSpMkLst>
        </pc:grpChg>
        <pc:grpChg chg="add mod">
          <ac:chgData name="Duc Nguyen Ngoc" userId="1ef4b99b-b769-493e-ba0f-e5a3a6c9e87e" providerId="ADAL" clId="{B7607DFD-E900-4C95-BC07-270047441A7A}" dt="2025-11-04T15:52:10.122" v="10895" actId="571"/>
          <ac:grpSpMkLst>
            <pc:docMk/>
            <pc:sldMk cId="1499799786" sldId="1262"/>
            <ac:grpSpMk id="21" creationId="{FD142BF5-D770-DC33-8360-DB47C1971872}"/>
          </ac:grpSpMkLst>
        </pc:grpChg>
        <pc:grpChg chg="mod">
          <ac:chgData name="Duc Nguyen Ngoc" userId="1ef4b99b-b769-493e-ba0f-e5a3a6c9e87e" providerId="ADAL" clId="{B7607DFD-E900-4C95-BC07-270047441A7A}" dt="2025-11-04T15:51:22.051" v="10875"/>
          <ac:grpSpMkLst>
            <pc:docMk/>
            <pc:sldMk cId="1499799786" sldId="1262"/>
            <ac:grpSpMk id="22" creationId="{A9242354-6CEF-5858-0CC8-8CE96A9CE8DA}"/>
          </ac:grpSpMkLst>
        </pc:grpChg>
      </pc:sldChg>
      <pc:sldChg chg="modSp del mod">
        <pc:chgData name="Duc Nguyen Ngoc" userId="1ef4b99b-b769-493e-ba0f-e5a3a6c9e87e" providerId="ADAL" clId="{B7607DFD-E900-4C95-BC07-270047441A7A}" dt="2025-11-04T15:50:34.192" v="10721" actId="47"/>
        <pc:sldMkLst>
          <pc:docMk/>
          <pc:sldMk cId="739785979" sldId="1346"/>
        </pc:sldMkLst>
      </pc:sldChg>
      <pc:sldChg chg="modSp">
        <pc:chgData name="Duc Nguyen Ngoc" userId="1ef4b99b-b769-493e-ba0f-e5a3a6c9e87e" providerId="ADAL" clId="{B7607DFD-E900-4C95-BC07-270047441A7A}" dt="2025-11-04T15:51:12.711" v="10871"/>
        <pc:sldMkLst>
          <pc:docMk/>
          <pc:sldMk cId="3335958266" sldId="1348"/>
        </pc:sldMkLst>
        <pc:spChg chg="mod">
          <ac:chgData name="Duc Nguyen Ngoc" userId="1ef4b99b-b769-493e-ba0f-e5a3a6c9e87e" providerId="ADAL" clId="{B7607DFD-E900-4C95-BC07-270047441A7A}" dt="2025-11-04T15:51:12.711" v="10871"/>
          <ac:spMkLst>
            <pc:docMk/>
            <pc:sldMk cId="3335958266" sldId="1348"/>
            <ac:spMk id="3" creationId="{E9EE00DE-1EE3-41C6-C1EB-F650EA773CA3}"/>
          </ac:spMkLst>
        </pc:spChg>
      </pc:sldChg>
      <pc:sldChg chg="modSp mod ord">
        <pc:chgData name="Duc Nguyen Ngoc" userId="1ef4b99b-b769-493e-ba0f-e5a3a6c9e87e" providerId="ADAL" clId="{B7607DFD-E900-4C95-BC07-270047441A7A}" dt="2025-10-13T14:24:11.096" v="351" actId="20577"/>
        <pc:sldMkLst>
          <pc:docMk/>
          <pc:sldMk cId="1800124298" sldId="1349"/>
        </pc:sldMkLst>
        <pc:spChg chg="mod">
          <ac:chgData name="Duc Nguyen Ngoc" userId="1ef4b99b-b769-493e-ba0f-e5a3a6c9e87e" providerId="ADAL" clId="{B7607DFD-E900-4C95-BC07-270047441A7A}" dt="2025-10-13T14:24:11.096" v="351" actId="20577"/>
          <ac:spMkLst>
            <pc:docMk/>
            <pc:sldMk cId="1800124298" sldId="1349"/>
            <ac:spMk id="2" creationId="{5F90331B-AD95-EC86-750A-6C9A51A9ECD9}"/>
          </ac:spMkLst>
        </pc:spChg>
        <pc:spChg chg="mod">
          <ac:chgData name="Duc Nguyen Ngoc" userId="1ef4b99b-b769-493e-ba0f-e5a3a6c9e87e" providerId="ADAL" clId="{B7607DFD-E900-4C95-BC07-270047441A7A}" dt="2025-10-13T14:23:39.863" v="278" actId="20577"/>
          <ac:spMkLst>
            <pc:docMk/>
            <pc:sldMk cId="1800124298" sldId="1349"/>
            <ac:spMk id="3" creationId="{C12F6014-5536-60FC-F0C0-2AA8C571FDCA}"/>
          </ac:spMkLst>
        </pc:spChg>
        <pc:picChg chg="mod">
          <ac:chgData name="Duc Nguyen Ngoc" userId="1ef4b99b-b769-493e-ba0f-e5a3a6c9e87e" providerId="ADAL" clId="{B7607DFD-E900-4C95-BC07-270047441A7A}" dt="2025-10-13T14:24:04.939" v="309" actId="1076"/>
          <ac:picMkLst>
            <pc:docMk/>
            <pc:sldMk cId="1800124298" sldId="1349"/>
            <ac:picMk id="9" creationId="{34167FF9-9040-8673-CC4A-711DFEF95C20}"/>
          </ac:picMkLst>
        </pc:picChg>
      </pc:sldChg>
      <pc:sldChg chg="modSp mod">
        <pc:chgData name="Duc Nguyen Ngoc" userId="1ef4b99b-b769-493e-ba0f-e5a3a6c9e87e" providerId="ADAL" clId="{B7607DFD-E900-4C95-BC07-270047441A7A}" dt="2025-10-13T15:35:01.708" v="840" actId="20577"/>
        <pc:sldMkLst>
          <pc:docMk/>
          <pc:sldMk cId="369397979" sldId="1351"/>
        </pc:sldMkLst>
        <pc:spChg chg="mod">
          <ac:chgData name="Duc Nguyen Ngoc" userId="1ef4b99b-b769-493e-ba0f-e5a3a6c9e87e" providerId="ADAL" clId="{B7607DFD-E900-4C95-BC07-270047441A7A}" dt="2025-10-13T15:35:01.708" v="840" actId="20577"/>
          <ac:spMkLst>
            <pc:docMk/>
            <pc:sldMk cId="369397979" sldId="1351"/>
            <ac:spMk id="2" creationId="{68C7AED1-3B80-D365-A677-36CEF8CD0F37}"/>
          </ac:spMkLst>
        </pc:spChg>
        <pc:picChg chg="mod">
          <ac:chgData name="Duc Nguyen Ngoc" userId="1ef4b99b-b769-493e-ba0f-e5a3a6c9e87e" providerId="ADAL" clId="{B7607DFD-E900-4C95-BC07-270047441A7A}" dt="2025-10-13T14:21:07.879" v="209" actId="1076"/>
          <ac:picMkLst>
            <pc:docMk/>
            <pc:sldMk cId="369397979" sldId="1351"/>
            <ac:picMk id="2050" creationId="{3CBB8B07-318B-FB78-35BA-CA572443BA16}"/>
          </ac:picMkLst>
        </pc:picChg>
      </pc:sldChg>
      <pc:sldChg chg="modSp new mod">
        <pc:chgData name="Duc Nguyen Ngoc" userId="1ef4b99b-b769-493e-ba0f-e5a3a6c9e87e" providerId="ADAL" clId="{B7607DFD-E900-4C95-BC07-270047441A7A}" dt="2025-11-04T15:40:37.013" v="9465" actId="20577"/>
        <pc:sldMkLst>
          <pc:docMk/>
          <pc:sldMk cId="4235459513" sldId="1352"/>
        </pc:sldMkLst>
        <pc:spChg chg="mod">
          <ac:chgData name="Duc Nguyen Ngoc" userId="1ef4b99b-b769-493e-ba0f-e5a3a6c9e87e" providerId="ADAL" clId="{B7607DFD-E900-4C95-BC07-270047441A7A}" dt="2025-11-04T15:40:37.013" v="9465" actId="20577"/>
          <ac:spMkLst>
            <pc:docMk/>
            <pc:sldMk cId="4235459513" sldId="1352"/>
            <ac:spMk id="2" creationId="{09FC84EE-E677-6051-4711-E9532502CAD1}"/>
          </ac:spMkLst>
        </pc:spChg>
        <pc:spChg chg="mod">
          <ac:chgData name="Duc Nguyen Ngoc" userId="1ef4b99b-b769-493e-ba0f-e5a3a6c9e87e" providerId="ADAL" clId="{B7607DFD-E900-4C95-BC07-270047441A7A}" dt="2025-10-13T14:24:27.368" v="375" actId="20577"/>
          <ac:spMkLst>
            <pc:docMk/>
            <pc:sldMk cId="4235459513" sldId="1352"/>
            <ac:spMk id="3" creationId="{80651E2A-A6EC-98FE-32A7-937A7F48B0DC}"/>
          </ac:spMkLst>
        </pc:spChg>
      </pc:sldChg>
      <pc:sldChg chg="addSp delSp modSp new mod">
        <pc:chgData name="Duc Nguyen Ngoc" userId="1ef4b99b-b769-493e-ba0f-e5a3a6c9e87e" providerId="ADAL" clId="{B7607DFD-E900-4C95-BC07-270047441A7A}" dt="2025-10-14T15:37:17.912" v="2477" actId="1076"/>
        <pc:sldMkLst>
          <pc:docMk/>
          <pc:sldMk cId="3910247044" sldId="1353"/>
        </pc:sldMkLst>
        <pc:spChg chg="mod ord">
          <ac:chgData name="Duc Nguyen Ngoc" userId="1ef4b99b-b769-493e-ba0f-e5a3a6c9e87e" providerId="ADAL" clId="{B7607DFD-E900-4C95-BC07-270047441A7A}" dt="2025-10-13T16:07:13.313" v="1424" actId="113"/>
          <ac:spMkLst>
            <pc:docMk/>
            <pc:sldMk cId="3910247044" sldId="1353"/>
            <ac:spMk id="2" creationId="{FF03DBF6-D739-980A-0736-6544BC5EAA29}"/>
          </ac:spMkLst>
        </pc:spChg>
        <pc:spChg chg="mod">
          <ac:chgData name="Duc Nguyen Ngoc" userId="1ef4b99b-b769-493e-ba0f-e5a3a6c9e87e" providerId="ADAL" clId="{B7607DFD-E900-4C95-BC07-270047441A7A}" dt="2025-10-13T14:28:35.500" v="837" actId="20577"/>
          <ac:spMkLst>
            <pc:docMk/>
            <pc:sldMk cId="3910247044" sldId="1353"/>
            <ac:spMk id="3" creationId="{17C98674-7C33-B0A6-9A20-7EDAC577388B}"/>
          </ac:spMkLst>
        </pc:spChg>
        <pc:spChg chg="add mod">
          <ac:chgData name="Duc Nguyen Ngoc" userId="1ef4b99b-b769-493e-ba0f-e5a3a6c9e87e" providerId="ADAL" clId="{B7607DFD-E900-4C95-BC07-270047441A7A}" dt="2025-10-13T15:48:43.167" v="987" actId="164"/>
          <ac:spMkLst>
            <pc:docMk/>
            <pc:sldMk cId="3910247044" sldId="1353"/>
            <ac:spMk id="6" creationId="{B3BC7E07-C428-14FF-3FC0-0E719073FE7E}"/>
          </ac:spMkLst>
        </pc:spChg>
        <pc:spChg chg="add mod">
          <ac:chgData name="Duc Nguyen Ngoc" userId="1ef4b99b-b769-493e-ba0f-e5a3a6c9e87e" providerId="ADAL" clId="{B7607DFD-E900-4C95-BC07-270047441A7A}" dt="2025-10-13T15:48:43.167" v="987" actId="164"/>
          <ac:spMkLst>
            <pc:docMk/>
            <pc:sldMk cId="3910247044" sldId="1353"/>
            <ac:spMk id="7" creationId="{1CE58C24-4009-3E86-F68E-04429BD26A16}"/>
          </ac:spMkLst>
        </pc:spChg>
        <pc:spChg chg="add mod">
          <ac:chgData name="Duc Nguyen Ngoc" userId="1ef4b99b-b769-493e-ba0f-e5a3a6c9e87e" providerId="ADAL" clId="{B7607DFD-E900-4C95-BC07-270047441A7A}" dt="2025-10-13T15:48:43.167" v="987" actId="164"/>
          <ac:spMkLst>
            <pc:docMk/>
            <pc:sldMk cId="3910247044" sldId="1353"/>
            <ac:spMk id="8" creationId="{CF02B709-E0B6-0465-8185-EDC08B29F4DF}"/>
          </ac:spMkLst>
        </pc:spChg>
        <pc:spChg chg="add mod">
          <ac:chgData name="Duc Nguyen Ngoc" userId="1ef4b99b-b769-493e-ba0f-e5a3a6c9e87e" providerId="ADAL" clId="{B7607DFD-E900-4C95-BC07-270047441A7A}" dt="2025-10-14T15:37:17.912" v="2477" actId="1076"/>
          <ac:spMkLst>
            <pc:docMk/>
            <pc:sldMk cId="3910247044" sldId="1353"/>
            <ac:spMk id="10" creationId="{088380CA-0178-FCFB-FEF4-C455B01B4E19}"/>
          </ac:spMkLst>
        </pc:spChg>
        <pc:spChg chg="add mod">
          <ac:chgData name="Duc Nguyen Ngoc" userId="1ef4b99b-b769-493e-ba0f-e5a3a6c9e87e" providerId="ADAL" clId="{B7607DFD-E900-4C95-BC07-270047441A7A}" dt="2025-10-13T15:48:41.761" v="986" actId="164"/>
          <ac:spMkLst>
            <pc:docMk/>
            <pc:sldMk cId="3910247044" sldId="1353"/>
            <ac:spMk id="21" creationId="{919C1A6C-C6A4-8E1C-D067-E5F5A13F7984}"/>
          </ac:spMkLst>
        </pc:spChg>
        <pc:spChg chg="add mod">
          <ac:chgData name="Duc Nguyen Ngoc" userId="1ef4b99b-b769-493e-ba0f-e5a3a6c9e87e" providerId="ADAL" clId="{B7607DFD-E900-4C95-BC07-270047441A7A}" dt="2025-10-13T15:48:41.761" v="986" actId="164"/>
          <ac:spMkLst>
            <pc:docMk/>
            <pc:sldMk cId="3910247044" sldId="1353"/>
            <ac:spMk id="22" creationId="{762C50CA-92D1-A69D-238E-718441852207}"/>
          </ac:spMkLst>
        </pc:spChg>
        <pc:spChg chg="add mod">
          <ac:chgData name="Duc Nguyen Ngoc" userId="1ef4b99b-b769-493e-ba0f-e5a3a6c9e87e" providerId="ADAL" clId="{B7607DFD-E900-4C95-BC07-270047441A7A}" dt="2025-10-13T15:48:41.761" v="986" actId="164"/>
          <ac:spMkLst>
            <pc:docMk/>
            <pc:sldMk cId="3910247044" sldId="1353"/>
            <ac:spMk id="23" creationId="{438492CF-1DE6-2CC7-85D2-E66C5D682E2F}"/>
          </ac:spMkLst>
        </pc:spChg>
        <pc:spChg chg="add mod">
          <ac:chgData name="Duc Nguyen Ngoc" userId="1ef4b99b-b769-493e-ba0f-e5a3a6c9e87e" providerId="ADAL" clId="{B7607DFD-E900-4C95-BC07-270047441A7A}" dt="2025-10-13T15:48:41.761" v="986" actId="164"/>
          <ac:spMkLst>
            <pc:docMk/>
            <pc:sldMk cId="3910247044" sldId="1353"/>
            <ac:spMk id="24" creationId="{51A1F741-74A5-30E3-C600-4AA17F83A044}"/>
          </ac:spMkLst>
        </pc:spChg>
        <pc:spChg chg="add mod">
          <ac:chgData name="Duc Nguyen Ngoc" userId="1ef4b99b-b769-493e-ba0f-e5a3a6c9e87e" providerId="ADAL" clId="{B7607DFD-E900-4C95-BC07-270047441A7A}" dt="2025-10-13T15:48:41.761" v="986" actId="164"/>
          <ac:spMkLst>
            <pc:docMk/>
            <pc:sldMk cId="3910247044" sldId="1353"/>
            <ac:spMk id="25" creationId="{CFC1D22A-7DD5-A004-1EA6-E1150C0A2463}"/>
          </ac:spMkLst>
        </pc:spChg>
        <pc:spChg chg="add mod">
          <ac:chgData name="Duc Nguyen Ngoc" userId="1ef4b99b-b769-493e-ba0f-e5a3a6c9e87e" providerId="ADAL" clId="{B7607DFD-E900-4C95-BC07-270047441A7A}" dt="2025-10-13T15:48:41.761" v="986" actId="164"/>
          <ac:spMkLst>
            <pc:docMk/>
            <pc:sldMk cId="3910247044" sldId="1353"/>
            <ac:spMk id="26" creationId="{B87EBBFE-65FA-ABB4-D6E9-86F357474FD8}"/>
          </ac:spMkLst>
        </pc:spChg>
        <pc:spChg chg="add mod">
          <ac:chgData name="Duc Nguyen Ngoc" userId="1ef4b99b-b769-493e-ba0f-e5a3a6c9e87e" providerId="ADAL" clId="{B7607DFD-E900-4C95-BC07-270047441A7A}" dt="2025-10-13T15:48:40.153" v="985" actId="164"/>
          <ac:spMkLst>
            <pc:docMk/>
            <pc:sldMk cId="3910247044" sldId="1353"/>
            <ac:spMk id="36" creationId="{6FCE3DE5-1A3A-2F7A-313F-1C7602A1CA4F}"/>
          </ac:spMkLst>
        </pc:spChg>
        <pc:spChg chg="add mod">
          <ac:chgData name="Duc Nguyen Ngoc" userId="1ef4b99b-b769-493e-ba0f-e5a3a6c9e87e" providerId="ADAL" clId="{B7607DFD-E900-4C95-BC07-270047441A7A}" dt="2025-10-13T15:48:40.153" v="985" actId="164"/>
          <ac:spMkLst>
            <pc:docMk/>
            <pc:sldMk cId="3910247044" sldId="1353"/>
            <ac:spMk id="37" creationId="{3BD1CCC9-4C83-F1AC-B6C1-9F522FE1134A}"/>
          </ac:spMkLst>
        </pc:spChg>
        <pc:spChg chg="add mod">
          <ac:chgData name="Duc Nguyen Ngoc" userId="1ef4b99b-b769-493e-ba0f-e5a3a6c9e87e" providerId="ADAL" clId="{B7607DFD-E900-4C95-BC07-270047441A7A}" dt="2025-10-13T15:48:40.153" v="985" actId="164"/>
          <ac:spMkLst>
            <pc:docMk/>
            <pc:sldMk cId="3910247044" sldId="1353"/>
            <ac:spMk id="38" creationId="{A458380C-8512-2859-4283-88AB8CE69A84}"/>
          </ac:spMkLst>
        </pc:spChg>
        <pc:spChg chg="add mod">
          <ac:chgData name="Duc Nguyen Ngoc" userId="1ef4b99b-b769-493e-ba0f-e5a3a6c9e87e" providerId="ADAL" clId="{B7607DFD-E900-4C95-BC07-270047441A7A}" dt="2025-10-13T15:48:24.478" v="981" actId="465"/>
          <ac:spMkLst>
            <pc:docMk/>
            <pc:sldMk cId="3910247044" sldId="1353"/>
            <ac:spMk id="39" creationId="{897DC0B5-CD72-373A-260B-3927363303EC}"/>
          </ac:spMkLst>
        </pc:spChg>
        <pc:spChg chg="add mod">
          <ac:chgData name="Duc Nguyen Ngoc" userId="1ef4b99b-b769-493e-ba0f-e5a3a6c9e87e" providerId="ADAL" clId="{B7607DFD-E900-4C95-BC07-270047441A7A}" dt="2025-10-13T15:48:24.478" v="981" actId="465"/>
          <ac:spMkLst>
            <pc:docMk/>
            <pc:sldMk cId="3910247044" sldId="1353"/>
            <ac:spMk id="40" creationId="{0A8BC959-6BE4-BD81-CF0E-703A8D8CE94D}"/>
          </ac:spMkLst>
        </pc:spChg>
        <pc:spChg chg="add mod">
          <ac:chgData name="Duc Nguyen Ngoc" userId="1ef4b99b-b769-493e-ba0f-e5a3a6c9e87e" providerId="ADAL" clId="{B7607DFD-E900-4C95-BC07-270047441A7A}" dt="2025-10-13T15:48:40.153" v="985" actId="164"/>
          <ac:spMkLst>
            <pc:docMk/>
            <pc:sldMk cId="3910247044" sldId="1353"/>
            <ac:spMk id="41" creationId="{2571FCDA-0908-AAFB-E18D-2AAF74CBA366}"/>
          </ac:spMkLst>
        </pc:spChg>
        <pc:spChg chg="add mod">
          <ac:chgData name="Duc Nguyen Ngoc" userId="1ef4b99b-b769-493e-ba0f-e5a3a6c9e87e" providerId="ADAL" clId="{B7607DFD-E900-4C95-BC07-270047441A7A}" dt="2025-10-13T15:48:40.153" v="985" actId="164"/>
          <ac:spMkLst>
            <pc:docMk/>
            <pc:sldMk cId="3910247044" sldId="1353"/>
            <ac:spMk id="42" creationId="{4EE45A6B-4C7E-C884-1E58-1570B6B02B78}"/>
          </ac:spMkLst>
        </pc:spChg>
        <pc:spChg chg="add mod">
          <ac:chgData name="Duc Nguyen Ngoc" userId="1ef4b99b-b769-493e-ba0f-e5a3a6c9e87e" providerId="ADAL" clId="{B7607DFD-E900-4C95-BC07-270047441A7A}" dt="2025-10-13T15:48:40.153" v="985" actId="164"/>
          <ac:spMkLst>
            <pc:docMk/>
            <pc:sldMk cId="3910247044" sldId="1353"/>
            <ac:spMk id="43" creationId="{24166B1D-7F74-C7F8-F507-E8F836D10146}"/>
          </ac:spMkLst>
        </pc:spChg>
        <pc:spChg chg="add mod">
          <ac:chgData name="Duc Nguyen Ngoc" userId="1ef4b99b-b769-493e-ba0f-e5a3a6c9e87e" providerId="ADAL" clId="{B7607DFD-E900-4C95-BC07-270047441A7A}" dt="2025-10-13T15:48:40.153" v="985" actId="164"/>
          <ac:spMkLst>
            <pc:docMk/>
            <pc:sldMk cId="3910247044" sldId="1353"/>
            <ac:spMk id="44" creationId="{8F7BA24F-BE7B-A63F-BE10-5134B95CBA5B}"/>
          </ac:spMkLst>
        </pc:spChg>
        <pc:spChg chg="add mod">
          <ac:chgData name="Duc Nguyen Ngoc" userId="1ef4b99b-b769-493e-ba0f-e5a3a6c9e87e" providerId="ADAL" clId="{B7607DFD-E900-4C95-BC07-270047441A7A}" dt="2025-10-13T15:48:40.153" v="985" actId="164"/>
          <ac:spMkLst>
            <pc:docMk/>
            <pc:sldMk cId="3910247044" sldId="1353"/>
            <ac:spMk id="45" creationId="{4D623A15-2D4F-F9B0-A3FB-D9D5B6169238}"/>
          </ac:spMkLst>
        </pc:spChg>
        <pc:spChg chg="add mod">
          <ac:chgData name="Duc Nguyen Ngoc" userId="1ef4b99b-b769-493e-ba0f-e5a3a6c9e87e" providerId="ADAL" clId="{B7607DFD-E900-4C95-BC07-270047441A7A}" dt="2025-10-13T15:48:40.153" v="985" actId="164"/>
          <ac:spMkLst>
            <pc:docMk/>
            <pc:sldMk cId="3910247044" sldId="1353"/>
            <ac:spMk id="46" creationId="{94CBB683-6B56-2C7E-72D7-6FAF3F73F70F}"/>
          </ac:spMkLst>
        </pc:spChg>
        <pc:spChg chg="add mod">
          <ac:chgData name="Duc Nguyen Ngoc" userId="1ef4b99b-b769-493e-ba0f-e5a3a6c9e87e" providerId="ADAL" clId="{B7607DFD-E900-4C95-BC07-270047441A7A}" dt="2025-10-13T15:48:40.153" v="985" actId="164"/>
          <ac:spMkLst>
            <pc:docMk/>
            <pc:sldMk cId="3910247044" sldId="1353"/>
            <ac:spMk id="47" creationId="{3EC6D8DB-5FA5-792D-2BAD-E7597EE3F0FC}"/>
          </ac:spMkLst>
        </pc:spChg>
        <pc:spChg chg="add mod">
          <ac:chgData name="Duc Nguyen Ngoc" userId="1ef4b99b-b769-493e-ba0f-e5a3a6c9e87e" providerId="ADAL" clId="{B7607DFD-E900-4C95-BC07-270047441A7A}" dt="2025-10-13T15:48:37.511" v="984" actId="164"/>
          <ac:spMkLst>
            <pc:docMk/>
            <pc:sldMk cId="3910247044" sldId="1353"/>
            <ac:spMk id="49" creationId="{485D55E0-D73C-EAA2-A21B-BA04875671FF}"/>
          </ac:spMkLst>
        </pc:spChg>
        <pc:spChg chg="add mod">
          <ac:chgData name="Duc Nguyen Ngoc" userId="1ef4b99b-b769-493e-ba0f-e5a3a6c9e87e" providerId="ADAL" clId="{B7607DFD-E900-4C95-BC07-270047441A7A}" dt="2025-10-13T15:48:37.511" v="984" actId="164"/>
          <ac:spMkLst>
            <pc:docMk/>
            <pc:sldMk cId="3910247044" sldId="1353"/>
            <ac:spMk id="50" creationId="{338B9403-F72A-695A-DA63-C2FABBD7E47F}"/>
          </ac:spMkLst>
        </pc:spChg>
        <pc:spChg chg="add mod">
          <ac:chgData name="Duc Nguyen Ngoc" userId="1ef4b99b-b769-493e-ba0f-e5a3a6c9e87e" providerId="ADAL" clId="{B7607DFD-E900-4C95-BC07-270047441A7A}" dt="2025-10-13T15:48:35.929" v="983" actId="408"/>
          <ac:spMkLst>
            <pc:docMk/>
            <pc:sldMk cId="3910247044" sldId="1353"/>
            <ac:spMk id="51" creationId="{62A4BAF3-E6AB-4A2C-D6A8-11ABC9F8EEEF}"/>
          </ac:spMkLst>
        </pc:spChg>
        <pc:spChg chg="add mod">
          <ac:chgData name="Duc Nguyen Ngoc" userId="1ef4b99b-b769-493e-ba0f-e5a3a6c9e87e" providerId="ADAL" clId="{B7607DFD-E900-4C95-BC07-270047441A7A}" dt="2025-10-13T15:48:37.511" v="984" actId="164"/>
          <ac:spMkLst>
            <pc:docMk/>
            <pc:sldMk cId="3910247044" sldId="1353"/>
            <ac:spMk id="52" creationId="{27491785-737D-0D98-6EE5-44083669B71D}"/>
          </ac:spMkLst>
        </pc:spChg>
        <pc:spChg chg="add mod">
          <ac:chgData name="Duc Nguyen Ngoc" userId="1ef4b99b-b769-493e-ba0f-e5a3a6c9e87e" providerId="ADAL" clId="{B7607DFD-E900-4C95-BC07-270047441A7A}" dt="2025-10-13T15:48:35.929" v="983" actId="408"/>
          <ac:spMkLst>
            <pc:docMk/>
            <pc:sldMk cId="3910247044" sldId="1353"/>
            <ac:spMk id="53" creationId="{762FCE1F-1C25-027D-7E24-DA23AF4F8676}"/>
          </ac:spMkLst>
        </pc:spChg>
        <pc:spChg chg="add mod">
          <ac:chgData name="Duc Nguyen Ngoc" userId="1ef4b99b-b769-493e-ba0f-e5a3a6c9e87e" providerId="ADAL" clId="{B7607DFD-E900-4C95-BC07-270047441A7A}" dt="2025-10-13T15:48:35.929" v="983" actId="408"/>
          <ac:spMkLst>
            <pc:docMk/>
            <pc:sldMk cId="3910247044" sldId="1353"/>
            <ac:spMk id="54" creationId="{AA713C00-A185-184D-714A-F5200A329205}"/>
          </ac:spMkLst>
        </pc:spChg>
        <pc:spChg chg="add mod">
          <ac:chgData name="Duc Nguyen Ngoc" userId="1ef4b99b-b769-493e-ba0f-e5a3a6c9e87e" providerId="ADAL" clId="{B7607DFD-E900-4C95-BC07-270047441A7A}" dt="2025-10-13T15:50:42.048" v="998" actId="1076"/>
          <ac:spMkLst>
            <pc:docMk/>
            <pc:sldMk cId="3910247044" sldId="1353"/>
            <ac:spMk id="55" creationId="{7F772D6A-50E0-0D55-A839-CC0B64A164BC}"/>
          </ac:spMkLst>
        </pc:spChg>
        <pc:spChg chg="add mod">
          <ac:chgData name="Duc Nguyen Ngoc" userId="1ef4b99b-b769-493e-ba0f-e5a3a6c9e87e" providerId="ADAL" clId="{B7607DFD-E900-4C95-BC07-270047441A7A}" dt="2025-10-13T15:48:00.926" v="976" actId="571"/>
          <ac:spMkLst>
            <pc:docMk/>
            <pc:sldMk cId="3910247044" sldId="1353"/>
            <ac:spMk id="57" creationId="{30407F8D-13D9-0EF4-6035-64691D18B973}"/>
          </ac:spMkLst>
        </pc:spChg>
        <pc:spChg chg="add mod">
          <ac:chgData name="Duc Nguyen Ngoc" userId="1ef4b99b-b769-493e-ba0f-e5a3a6c9e87e" providerId="ADAL" clId="{B7607DFD-E900-4C95-BC07-270047441A7A}" dt="2025-10-13T15:48:37.511" v="984" actId="164"/>
          <ac:spMkLst>
            <pc:docMk/>
            <pc:sldMk cId="3910247044" sldId="1353"/>
            <ac:spMk id="58" creationId="{204E8668-9650-FA39-9C41-E2997E9F08F2}"/>
          </ac:spMkLst>
        </pc:spChg>
        <pc:spChg chg="add mod">
          <ac:chgData name="Duc Nguyen Ngoc" userId="1ef4b99b-b769-493e-ba0f-e5a3a6c9e87e" providerId="ADAL" clId="{B7607DFD-E900-4C95-BC07-270047441A7A}" dt="2025-10-13T15:48:37.511" v="984" actId="164"/>
          <ac:spMkLst>
            <pc:docMk/>
            <pc:sldMk cId="3910247044" sldId="1353"/>
            <ac:spMk id="59" creationId="{B2D4A4D6-861B-54C4-B94E-C69295F947F5}"/>
          </ac:spMkLst>
        </pc:spChg>
        <pc:spChg chg="add mod">
          <ac:chgData name="Duc Nguyen Ngoc" userId="1ef4b99b-b769-493e-ba0f-e5a3a6c9e87e" providerId="ADAL" clId="{B7607DFD-E900-4C95-BC07-270047441A7A}" dt="2025-10-13T15:48:37.511" v="984" actId="164"/>
          <ac:spMkLst>
            <pc:docMk/>
            <pc:sldMk cId="3910247044" sldId="1353"/>
            <ac:spMk id="60" creationId="{FACE85BE-BDF7-17CF-5191-A8F9267BB3FB}"/>
          </ac:spMkLst>
        </pc:spChg>
        <pc:spChg chg="add mod">
          <ac:chgData name="Duc Nguyen Ngoc" userId="1ef4b99b-b769-493e-ba0f-e5a3a6c9e87e" providerId="ADAL" clId="{B7607DFD-E900-4C95-BC07-270047441A7A}" dt="2025-10-13T15:48:04.406" v="977" actId="571"/>
          <ac:spMkLst>
            <pc:docMk/>
            <pc:sldMk cId="3910247044" sldId="1353"/>
            <ac:spMk id="61" creationId="{C29F0050-7D2A-4BFD-AAA5-46AFCA57873F}"/>
          </ac:spMkLst>
        </pc:spChg>
        <pc:spChg chg="add mod">
          <ac:chgData name="Duc Nguyen Ngoc" userId="1ef4b99b-b769-493e-ba0f-e5a3a6c9e87e" providerId="ADAL" clId="{B7607DFD-E900-4C95-BC07-270047441A7A}" dt="2025-10-13T15:48:35.929" v="983" actId="408"/>
          <ac:spMkLst>
            <pc:docMk/>
            <pc:sldMk cId="3910247044" sldId="1353"/>
            <ac:spMk id="62" creationId="{D2E41B7F-D6BC-D66E-ED5F-296D803D8DB8}"/>
          </ac:spMkLst>
        </pc:spChg>
        <pc:spChg chg="add mod">
          <ac:chgData name="Duc Nguyen Ngoc" userId="1ef4b99b-b769-493e-ba0f-e5a3a6c9e87e" providerId="ADAL" clId="{B7607DFD-E900-4C95-BC07-270047441A7A}" dt="2025-10-13T15:48:04.406" v="977" actId="571"/>
          <ac:spMkLst>
            <pc:docMk/>
            <pc:sldMk cId="3910247044" sldId="1353"/>
            <ac:spMk id="63" creationId="{DDCE94E6-A6A7-A07E-2451-C4BBDA3F292F}"/>
          </ac:spMkLst>
        </pc:spChg>
        <pc:spChg chg="add mod">
          <ac:chgData name="Duc Nguyen Ngoc" userId="1ef4b99b-b769-493e-ba0f-e5a3a6c9e87e" providerId="ADAL" clId="{B7607DFD-E900-4C95-BC07-270047441A7A}" dt="2025-10-13T15:48:04.406" v="977" actId="571"/>
          <ac:spMkLst>
            <pc:docMk/>
            <pc:sldMk cId="3910247044" sldId="1353"/>
            <ac:spMk id="65" creationId="{26870085-0DC6-F7C0-20CE-D3E0B9861D4D}"/>
          </ac:spMkLst>
        </pc:spChg>
        <pc:spChg chg="add mod">
          <ac:chgData name="Duc Nguyen Ngoc" userId="1ef4b99b-b769-493e-ba0f-e5a3a6c9e87e" providerId="ADAL" clId="{B7607DFD-E900-4C95-BC07-270047441A7A}" dt="2025-10-13T15:48:37.511" v="984" actId="164"/>
          <ac:spMkLst>
            <pc:docMk/>
            <pc:sldMk cId="3910247044" sldId="1353"/>
            <ac:spMk id="66" creationId="{BCC36E4E-CC31-4177-CEBC-7CAF0DA4E9BC}"/>
          </ac:spMkLst>
        </pc:spChg>
        <pc:spChg chg="add mod">
          <ac:chgData name="Duc Nguyen Ngoc" userId="1ef4b99b-b769-493e-ba0f-e5a3a6c9e87e" providerId="ADAL" clId="{B7607DFD-E900-4C95-BC07-270047441A7A}" dt="2025-10-13T15:48:37.511" v="984" actId="164"/>
          <ac:spMkLst>
            <pc:docMk/>
            <pc:sldMk cId="3910247044" sldId="1353"/>
            <ac:spMk id="68" creationId="{6A3BFAA2-E9DD-C942-C0CC-4BF9172AC77C}"/>
          </ac:spMkLst>
        </pc:spChg>
        <pc:spChg chg="add mod">
          <ac:chgData name="Duc Nguyen Ngoc" userId="1ef4b99b-b769-493e-ba0f-e5a3a6c9e87e" providerId="ADAL" clId="{B7607DFD-E900-4C95-BC07-270047441A7A}" dt="2025-10-13T15:48:04.406" v="977" actId="571"/>
          <ac:spMkLst>
            <pc:docMk/>
            <pc:sldMk cId="3910247044" sldId="1353"/>
            <ac:spMk id="69" creationId="{7CEBB8E6-059A-EFDA-C189-D5C26AD16DF6}"/>
          </ac:spMkLst>
        </pc:spChg>
        <pc:spChg chg="add mod">
          <ac:chgData name="Duc Nguyen Ngoc" userId="1ef4b99b-b769-493e-ba0f-e5a3a6c9e87e" providerId="ADAL" clId="{B7607DFD-E900-4C95-BC07-270047441A7A}" dt="2025-10-13T15:48:37.511" v="984" actId="164"/>
          <ac:spMkLst>
            <pc:docMk/>
            <pc:sldMk cId="3910247044" sldId="1353"/>
            <ac:spMk id="70" creationId="{D409BDF4-FB4A-6DB8-9DE9-D54E55EAA3CD}"/>
          </ac:spMkLst>
        </pc:spChg>
        <pc:spChg chg="add mod">
          <ac:chgData name="Duc Nguyen Ngoc" userId="1ef4b99b-b769-493e-ba0f-e5a3a6c9e87e" providerId="ADAL" clId="{B7607DFD-E900-4C95-BC07-270047441A7A}" dt="2025-10-13T15:50:42.223" v="999" actId="1076"/>
          <ac:spMkLst>
            <pc:docMk/>
            <pc:sldMk cId="3910247044" sldId="1353"/>
            <ac:spMk id="71" creationId="{891E694E-1097-78FD-363E-DABED38701DB}"/>
          </ac:spMkLst>
        </pc:spChg>
        <pc:spChg chg="add mod">
          <ac:chgData name="Duc Nguyen Ngoc" userId="1ef4b99b-b769-493e-ba0f-e5a3a6c9e87e" providerId="ADAL" clId="{B7607DFD-E900-4C95-BC07-270047441A7A}" dt="2025-10-13T16:11:06.216" v="1950" actId="1076"/>
          <ac:spMkLst>
            <pc:docMk/>
            <pc:sldMk cId="3910247044" sldId="1353"/>
            <ac:spMk id="115" creationId="{01132BFC-E6EA-CBB8-43A2-D11C2AD5459C}"/>
          </ac:spMkLst>
        </pc:spChg>
        <pc:spChg chg="add mod">
          <ac:chgData name="Duc Nguyen Ngoc" userId="1ef4b99b-b769-493e-ba0f-e5a3a6c9e87e" providerId="ADAL" clId="{B7607DFD-E900-4C95-BC07-270047441A7A}" dt="2025-10-13T15:55:58.957" v="1037" actId="1076"/>
          <ac:spMkLst>
            <pc:docMk/>
            <pc:sldMk cId="3910247044" sldId="1353"/>
            <ac:spMk id="116" creationId="{AA979E67-980C-5F78-824B-9013E8BDE90D}"/>
          </ac:spMkLst>
        </pc:spChg>
        <pc:spChg chg="add mod">
          <ac:chgData name="Duc Nguyen Ngoc" userId="1ef4b99b-b769-493e-ba0f-e5a3a6c9e87e" providerId="ADAL" clId="{B7607DFD-E900-4C95-BC07-270047441A7A}" dt="2025-10-13T15:55:55.635" v="1035" actId="1076"/>
          <ac:spMkLst>
            <pc:docMk/>
            <pc:sldMk cId="3910247044" sldId="1353"/>
            <ac:spMk id="117" creationId="{5E773D94-A404-288B-6BF9-9F341B4566EA}"/>
          </ac:spMkLst>
        </pc:spChg>
        <pc:spChg chg="add mod">
          <ac:chgData name="Duc Nguyen Ngoc" userId="1ef4b99b-b769-493e-ba0f-e5a3a6c9e87e" providerId="ADAL" clId="{B7607DFD-E900-4C95-BC07-270047441A7A}" dt="2025-10-13T15:56:32.145" v="1047" actId="465"/>
          <ac:spMkLst>
            <pc:docMk/>
            <pc:sldMk cId="3910247044" sldId="1353"/>
            <ac:spMk id="118" creationId="{6BA074D5-0232-2669-9382-FC4B8121EF8E}"/>
          </ac:spMkLst>
        </pc:spChg>
        <pc:spChg chg="add mod">
          <ac:chgData name="Duc Nguyen Ngoc" userId="1ef4b99b-b769-493e-ba0f-e5a3a6c9e87e" providerId="ADAL" clId="{B7607DFD-E900-4C95-BC07-270047441A7A}" dt="2025-10-13T15:56:32.905" v="1048" actId="164"/>
          <ac:spMkLst>
            <pc:docMk/>
            <pc:sldMk cId="3910247044" sldId="1353"/>
            <ac:spMk id="119" creationId="{A7DD64F8-0266-E6C1-7616-DE768C1B961B}"/>
          </ac:spMkLst>
        </pc:spChg>
        <pc:spChg chg="add mod">
          <ac:chgData name="Duc Nguyen Ngoc" userId="1ef4b99b-b769-493e-ba0f-e5a3a6c9e87e" providerId="ADAL" clId="{B7607DFD-E900-4C95-BC07-270047441A7A}" dt="2025-10-13T15:56:09.205" v="1039" actId="571"/>
          <ac:spMkLst>
            <pc:docMk/>
            <pc:sldMk cId="3910247044" sldId="1353"/>
            <ac:spMk id="120" creationId="{1E1764CE-16FF-ECE1-D006-3AD9EA86599F}"/>
          </ac:spMkLst>
        </pc:spChg>
        <pc:spChg chg="add mod">
          <ac:chgData name="Duc Nguyen Ngoc" userId="1ef4b99b-b769-493e-ba0f-e5a3a6c9e87e" providerId="ADAL" clId="{B7607DFD-E900-4C95-BC07-270047441A7A}" dt="2025-10-13T15:56:32.905" v="1048" actId="164"/>
          <ac:spMkLst>
            <pc:docMk/>
            <pc:sldMk cId="3910247044" sldId="1353"/>
            <ac:spMk id="121" creationId="{7EF98D1A-09A2-7386-9A7E-0C99EB779C01}"/>
          </ac:spMkLst>
        </pc:spChg>
        <pc:spChg chg="add mod">
          <ac:chgData name="Duc Nguyen Ngoc" userId="1ef4b99b-b769-493e-ba0f-e5a3a6c9e87e" providerId="ADAL" clId="{B7607DFD-E900-4C95-BC07-270047441A7A}" dt="2025-10-13T15:56:14.988" v="1040" actId="571"/>
          <ac:spMkLst>
            <pc:docMk/>
            <pc:sldMk cId="3910247044" sldId="1353"/>
            <ac:spMk id="122" creationId="{DCE48BAE-C2EF-B02E-FBFE-EB9487513F26}"/>
          </ac:spMkLst>
        </pc:spChg>
        <pc:spChg chg="add mod">
          <ac:chgData name="Duc Nguyen Ngoc" userId="1ef4b99b-b769-493e-ba0f-e5a3a6c9e87e" providerId="ADAL" clId="{B7607DFD-E900-4C95-BC07-270047441A7A}" dt="2025-10-13T15:56:32.905" v="1048" actId="164"/>
          <ac:spMkLst>
            <pc:docMk/>
            <pc:sldMk cId="3910247044" sldId="1353"/>
            <ac:spMk id="123" creationId="{E173D765-BE77-7822-7BAC-1FF98DDBC78E}"/>
          </ac:spMkLst>
        </pc:spChg>
        <pc:spChg chg="add mod">
          <ac:chgData name="Duc Nguyen Ngoc" userId="1ef4b99b-b769-493e-ba0f-e5a3a6c9e87e" providerId="ADAL" clId="{B7607DFD-E900-4C95-BC07-270047441A7A}" dt="2025-10-13T15:56:32.905" v="1048" actId="164"/>
          <ac:spMkLst>
            <pc:docMk/>
            <pc:sldMk cId="3910247044" sldId="1353"/>
            <ac:spMk id="124" creationId="{EB1A4F0C-7562-F99E-1898-005C219EC5E1}"/>
          </ac:spMkLst>
        </pc:spChg>
        <pc:spChg chg="add mod">
          <ac:chgData name="Duc Nguyen Ngoc" userId="1ef4b99b-b769-493e-ba0f-e5a3a6c9e87e" providerId="ADAL" clId="{B7607DFD-E900-4C95-BC07-270047441A7A}" dt="2025-10-13T15:56:32.905" v="1048" actId="164"/>
          <ac:spMkLst>
            <pc:docMk/>
            <pc:sldMk cId="3910247044" sldId="1353"/>
            <ac:spMk id="125" creationId="{2B7B70FC-4708-9B83-BCD2-0F21080F7713}"/>
          </ac:spMkLst>
        </pc:spChg>
        <pc:spChg chg="add mod">
          <ac:chgData name="Duc Nguyen Ngoc" userId="1ef4b99b-b769-493e-ba0f-e5a3a6c9e87e" providerId="ADAL" clId="{B7607DFD-E900-4C95-BC07-270047441A7A}" dt="2025-10-13T15:56:32.905" v="1048" actId="164"/>
          <ac:spMkLst>
            <pc:docMk/>
            <pc:sldMk cId="3910247044" sldId="1353"/>
            <ac:spMk id="126" creationId="{0E34BE6C-06C9-88D7-38A3-79DB473FCA3A}"/>
          </ac:spMkLst>
        </pc:spChg>
        <pc:spChg chg="add mod">
          <ac:chgData name="Duc Nguyen Ngoc" userId="1ef4b99b-b769-493e-ba0f-e5a3a6c9e87e" providerId="ADAL" clId="{B7607DFD-E900-4C95-BC07-270047441A7A}" dt="2025-10-13T15:56:14.988" v="1040" actId="571"/>
          <ac:spMkLst>
            <pc:docMk/>
            <pc:sldMk cId="3910247044" sldId="1353"/>
            <ac:spMk id="127" creationId="{ECF0B5E1-48ED-5A2E-2A84-17DDC9C6CE0A}"/>
          </ac:spMkLst>
        </pc:spChg>
        <pc:spChg chg="add mod">
          <ac:chgData name="Duc Nguyen Ngoc" userId="1ef4b99b-b769-493e-ba0f-e5a3a6c9e87e" providerId="ADAL" clId="{B7607DFD-E900-4C95-BC07-270047441A7A}" dt="2025-10-13T15:56:32.905" v="1048" actId="164"/>
          <ac:spMkLst>
            <pc:docMk/>
            <pc:sldMk cId="3910247044" sldId="1353"/>
            <ac:spMk id="128" creationId="{A8ABB6E4-41F9-F982-9219-9A7D7132517A}"/>
          </ac:spMkLst>
        </pc:spChg>
        <pc:spChg chg="add mod">
          <ac:chgData name="Duc Nguyen Ngoc" userId="1ef4b99b-b769-493e-ba0f-e5a3a6c9e87e" providerId="ADAL" clId="{B7607DFD-E900-4C95-BC07-270047441A7A}" dt="2025-10-13T15:56:21.058" v="1041" actId="571"/>
          <ac:spMkLst>
            <pc:docMk/>
            <pc:sldMk cId="3910247044" sldId="1353"/>
            <ac:spMk id="129" creationId="{3B34985A-11B6-FFB6-9E82-E7AF9BACC689}"/>
          </ac:spMkLst>
        </pc:spChg>
        <pc:spChg chg="add mod">
          <ac:chgData name="Duc Nguyen Ngoc" userId="1ef4b99b-b769-493e-ba0f-e5a3a6c9e87e" providerId="ADAL" clId="{B7607DFD-E900-4C95-BC07-270047441A7A}" dt="2025-10-13T15:56:21.058" v="1041" actId="571"/>
          <ac:spMkLst>
            <pc:docMk/>
            <pc:sldMk cId="3910247044" sldId="1353"/>
            <ac:spMk id="130" creationId="{2AA4B562-5818-50AE-75C8-4B40C07FC4A7}"/>
          </ac:spMkLst>
        </pc:spChg>
        <pc:spChg chg="add mod">
          <ac:chgData name="Duc Nguyen Ngoc" userId="1ef4b99b-b769-493e-ba0f-e5a3a6c9e87e" providerId="ADAL" clId="{B7607DFD-E900-4C95-BC07-270047441A7A}" dt="2025-10-13T15:56:32.905" v="1048" actId="164"/>
          <ac:spMkLst>
            <pc:docMk/>
            <pc:sldMk cId="3910247044" sldId="1353"/>
            <ac:spMk id="132" creationId="{A13B2599-4421-C641-DA97-0F0C49CD3FBF}"/>
          </ac:spMkLst>
        </pc:spChg>
        <pc:spChg chg="add mod">
          <ac:chgData name="Duc Nguyen Ngoc" userId="1ef4b99b-b769-493e-ba0f-e5a3a6c9e87e" providerId="ADAL" clId="{B7607DFD-E900-4C95-BC07-270047441A7A}" dt="2025-10-13T15:56:21.058" v="1041" actId="571"/>
          <ac:spMkLst>
            <pc:docMk/>
            <pc:sldMk cId="3910247044" sldId="1353"/>
            <ac:spMk id="133" creationId="{D47494CC-B13D-E4A6-A3D8-D0BAD72FF2CB}"/>
          </ac:spMkLst>
        </pc:spChg>
        <pc:spChg chg="add mod">
          <ac:chgData name="Duc Nguyen Ngoc" userId="1ef4b99b-b769-493e-ba0f-e5a3a6c9e87e" providerId="ADAL" clId="{B7607DFD-E900-4C95-BC07-270047441A7A}" dt="2025-10-13T15:56:21.058" v="1041" actId="571"/>
          <ac:spMkLst>
            <pc:docMk/>
            <pc:sldMk cId="3910247044" sldId="1353"/>
            <ac:spMk id="134" creationId="{2C088C86-4F78-67E2-CFAC-43AD82CA4317}"/>
          </ac:spMkLst>
        </pc:spChg>
        <pc:spChg chg="add mod">
          <ac:chgData name="Duc Nguyen Ngoc" userId="1ef4b99b-b769-493e-ba0f-e5a3a6c9e87e" providerId="ADAL" clId="{B7607DFD-E900-4C95-BC07-270047441A7A}" dt="2025-10-13T15:56:21.058" v="1041" actId="571"/>
          <ac:spMkLst>
            <pc:docMk/>
            <pc:sldMk cId="3910247044" sldId="1353"/>
            <ac:spMk id="135" creationId="{8F0FE0ED-B403-65DE-0638-717E9B085F0E}"/>
          </ac:spMkLst>
        </pc:spChg>
        <pc:spChg chg="add mod">
          <ac:chgData name="Duc Nguyen Ngoc" userId="1ef4b99b-b769-493e-ba0f-e5a3a6c9e87e" providerId="ADAL" clId="{B7607DFD-E900-4C95-BC07-270047441A7A}" dt="2025-10-13T15:56:21.058" v="1041" actId="571"/>
          <ac:spMkLst>
            <pc:docMk/>
            <pc:sldMk cId="3910247044" sldId="1353"/>
            <ac:spMk id="136" creationId="{CD50F45A-07B3-4248-49BE-76C56D4839D8}"/>
          </ac:spMkLst>
        </pc:spChg>
        <pc:spChg chg="add mod">
          <ac:chgData name="Duc Nguyen Ngoc" userId="1ef4b99b-b769-493e-ba0f-e5a3a6c9e87e" providerId="ADAL" clId="{B7607DFD-E900-4C95-BC07-270047441A7A}" dt="2025-10-13T15:56:32.905" v="1048" actId="164"/>
          <ac:spMkLst>
            <pc:docMk/>
            <pc:sldMk cId="3910247044" sldId="1353"/>
            <ac:spMk id="137" creationId="{3669FFAF-21DD-C7D6-3E88-4E8425A7F345}"/>
          </ac:spMkLst>
        </pc:spChg>
        <pc:spChg chg="add mod">
          <ac:chgData name="Duc Nguyen Ngoc" userId="1ef4b99b-b769-493e-ba0f-e5a3a6c9e87e" providerId="ADAL" clId="{B7607DFD-E900-4C95-BC07-270047441A7A}" dt="2025-10-13T15:56:21.058" v="1041" actId="571"/>
          <ac:spMkLst>
            <pc:docMk/>
            <pc:sldMk cId="3910247044" sldId="1353"/>
            <ac:spMk id="138" creationId="{71E6456F-B9F9-8827-18DD-B9242A3D8B8D}"/>
          </ac:spMkLst>
        </pc:spChg>
        <pc:spChg chg="mod">
          <ac:chgData name="Duc Nguyen Ngoc" userId="1ef4b99b-b769-493e-ba0f-e5a3a6c9e87e" providerId="ADAL" clId="{B7607DFD-E900-4C95-BC07-270047441A7A}" dt="2025-10-13T15:56:32.905" v="1048" actId="164"/>
          <ac:spMkLst>
            <pc:docMk/>
            <pc:sldMk cId="3910247044" sldId="1353"/>
            <ac:spMk id="139" creationId="{19D50F16-58AA-6919-49A6-34B3AA493BDD}"/>
          </ac:spMkLst>
        </pc:spChg>
        <pc:spChg chg="add mod">
          <ac:chgData name="Duc Nguyen Ngoc" userId="1ef4b99b-b769-493e-ba0f-e5a3a6c9e87e" providerId="ADAL" clId="{B7607DFD-E900-4C95-BC07-270047441A7A}" dt="2025-10-13T16:05:05.891" v="1305" actId="1076"/>
          <ac:spMkLst>
            <pc:docMk/>
            <pc:sldMk cId="3910247044" sldId="1353"/>
            <ac:spMk id="142" creationId="{54219984-2DCD-6339-B4B2-9C1A45D6F8C4}"/>
          </ac:spMkLst>
        </pc:spChg>
        <pc:spChg chg="add mod">
          <ac:chgData name="Duc Nguyen Ngoc" userId="1ef4b99b-b769-493e-ba0f-e5a3a6c9e87e" providerId="ADAL" clId="{B7607DFD-E900-4C95-BC07-270047441A7A}" dt="2025-10-13T16:05:43.943" v="1348" actId="12788"/>
          <ac:spMkLst>
            <pc:docMk/>
            <pc:sldMk cId="3910247044" sldId="1353"/>
            <ac:spMk id="143" creationId="{E3D3C48A-D5BE-B2DD-F978-D0E73D3445BF}"/>
          </ac:spMkLst>
        </pc:spChg>
        <pc:spChg chg="add mod">
          <ac:chgData name="Duc Nguyen Ngoc" userId="1ef4b99b-b769-493e-ba0f-e5a3a6c9e87e" providerId="ADAL" clId="{B7607DFD-E900-4C95-BC07-270047441A7A}" dt="2025-10-13T16:10:25.326" v="1940" actId="208"/>
          <ac:spMkLst>
            <pc:docMk/>
            <pc:sldMk cId="3910247044" sldId="1353"/>
            <ac:spMk id="144" creationId="{2D98C403-5D5A-22E1-860D-937E5BF10F67}"/>
          </ac:spMkLst>
        </pc:spChg>
        <pc:spChg chg="add mod">
          <ac:chgData name="Duc Nguyen Ngoc" userId="1ef4b99b-b769-493e-ba0f-e5a3a6c9e87e" providerId="ADAL" clId="{B7607DFD-E900-4C95-BC07-270047441A7A}" dt="2025-10-14T15:36:43.276" v="2447" actId="6549"/>
          <ac:spMkLst>
            <pc:docMk/>
            <pc:sldMk cId="3910247044" sldId="1353"/>
            <ac:spMk id="145" creationId="{A0842309-800C-581D-8FC6-22DFB740FF4A}"/>
          </ac:spMkLst>
        </pc:spChg>
        <pc:spChg chg="add mod">
          <ac:chgData name="Duc Nguyen Ngoc" userId="1ef4b99b-b769-493e-ba0f-e5a3a6c9e87e" providerId="ADAL" clId="{B7607DFD-E900-4C95-BC07-270047441A7A}" dt="2025-10-14T15:36:47.038" v="2451"/>
          <ac:spMkLst>
            <pc:docMk/>
            <pc:sldMk cId="3910247044" sldId="1353"/>
            <ac:spMk id="146" creationId="{3C3E53E9-A633-B8C7-56A6-9507F453A054}"/>
          </ac:spMkLst>
        </pc:spChg>
        <pc:spChg chg="add mod">
          <ac:chgData name="Duc Nguyen Ngoc" userId="1ef4b99b-b769-493e-ba0f-e5a3a6c9e87e" providerId="ADAL" clId="{B7607DFD-E900-4C95-BC07-270047441A7A}" dt="2025-10-14T15:36:58.153" v="2471" actId="20577"/>
          <ac:spMkLst>
            <pc:docMk/>
            <pc:sldMk cId="3910247044" sldId="1353"/>
            <ac:spMk id="147" creationId="{3F9E3E53-51E7-7D11-DD18-1E3C7AA0FF06}"/>
          </ac:spMkLst>
        </pc:spChg>
        <pc:spChg chg="add mod">
          <ac:chgData name="Duc Nguyen Ngoc" userId="1ef4b99b-b769-493e-ba0f-e5a3a6c9e87e" providerId="ADAL" clId="{B7607DFD-E900-4C95-BC07-270047441A7A}" dt="2025-10-13T16:10:59.335" v="1949" actId="1076"/>
          <ac:spMkLst>
            <pc:docMk/>
            <pc:sldMk cId="3910247044" sldId="1353"/>
            <ac:spMk id="148" creationId="{3F05BF09-AF90-517C-39E2-02461A91A82E}"/>
          </ac:spMkLst>
        </pc:spChg>
        <pc:spChg chg="add mod">
          <ac:chgData name="Duc Nguyen Ngoc" userId="1ef4b99b-b769-493e-ba0f-e5a3a6c9e87e" providerId="ADAL" clId="{B7607DFD-E900-4C95-BC07-270047441A7A}" dt="2025-10-14T15:37:07.203" v="2475" actId="20577"/>
          <ac:spMkLst>
            <pc:docMk/>
            <pc:sldMk cId="3910247044" sldId="1353"/>
            <ac:spMk id="149" creationId="{48EA32A5-3A41-FD89-0A03-2AB779C3FED4}"/>
          </ac:spMkLst>
        </pc:spChg>
        <pc:spChg chg="add mod">
          <ac:chgData name="Duc Nguyen Ngoc" userId="1ef4b99b-b769-493e-ba0f-e5a3a6c9e87e" providerId="ADAL" clId="{B7607DFD-E900-4C95-BC07-270047441A7A}" dt="2025-10-13T16:10:25.326" v="1940" actId="208"/>
          <ac:spMkLst>
            <pc:docMk/>
            <pc:sldMk cId="3910247044" sldId="1353"/>
            <ac:spMk id="150" creationId="{A139CF63-C7CC-841B-FFDE-AC26BC1B30B8}"/>
          </ac:spMkLst>
        </pc:spChg>
        <pc:spChg chg="add mod">
          <ac:chgData name="Duc Nguyen Ngoc" userId="1ef4b99b-b769-493e-ba0f-e5a3a6c9e87e" providerId="ADAL" clId="{B7607DFD-E900-4C95-BC07-270047441A7A}" dt="2025-10-13T16:10:25.326" v="1940" actId="208"/>
          <ac:spMkLst>
            <pc:docMk/>
            <pc:sldMk cId="3910247044" sldId="1353"/>
            <ac:spMk id="151" creationId="{0C24EE55-5C51-F792-83E5-715AED0A77FF}"/>
          </ac:spMkLst>
        </pc:spChg>
        <pc:grpChg chg="mod">
          <ac:chgData name="Duc Nguyen Ngoc" userId="1ef4b99b-b769-493e-ba0f-e5a3a6c9e87e" providerId="ADAL" clId="{B7607DFD-E900-4C95-BC07-270047441A7A}" dt="2025-10-13T16:10:52.210" v="1947" actId="1076"/>
          <ac:grpSpMkLst>
            <pc:docMk/>
            <pc:sldMk cId="3910247044" sldId="1353"/>
            <ac:grpSpMk id="72" creationId="{2998AF50-A0D4-661F-8DEF-062CC952D824}"/>
          </ac:grpSpMkLst>
        </pc:grpChg>
        <pc:grpChg chg="mod">
          <ac:chgData name="Duc Nguyen Ngoc" userId="1ef4b99b-b769-493e-ba0f-e5a3a6c9e87e" providerId="ADAL" clId="{B7607DFD-E900-4C95-BC07-270047441A7A}" dt="2025-10-13T16:10:42.865" v="1945" actId="1076"/>
          <ac:grpSpMkLst>
            <pc:docMk/>
            <pc:sldMk cId="3910247044" sldId="1353"/>
            <ac:grpSpMk id="73" creationId="{39565F16-5334-CB66-EDAB-34B8DBA55E82}"/>
          </ac:grpSpMkLst>
        </pc:grpChg>
        <pc:grpChg chg="add mod">
          <ac:chgData name="Duc Nguyen Ngoc" userId="1ef4b99b-b769-493e-ba0f-e5a3a6c9e87e" providerId="ADAL" clId="{B7607DFD-E900-4C95-BC07-270047441A7A}" dt="2025-10-13T16:10:33.526" v="1941" actId="1076"/>
          <ac:grpSpMkLst>
            <pc:docMk/>
            <pc:sldMk cId="3910247044" sldId="1353"/>
            <ac:grpSpMk id="74" creationId="{A69D6E27-443F-F209-1F82-72EBD2BA2F81}"/>
          </ac:grpSpMkLst>
        </pc:grpChg>
        <pc:grpChg chg="add mod">
          <ac:chgData name="Duc Nguyen Ngoc" userId="1ef4b99b-b769-493e-ba0f-e5a3a6c9e87e" providerId="ADAL" clId="{B7607DFD-E900-4C95-BC07-270047441A7A}" dt="2025-10-13T16:02:06.913" v="1279" actId="1076"/>
          <ac:grpSpMkLst>
            <pc:docMk/>
            <pc:sldMk cId="3910247044" sldId="1353"/>
            <ac:grpSpMk id="75" creationId="{4451BEF4-CE06-DA63-9CD4-E18310DED8A9}"/>
          </ac:grpSpMkLst>
        </pc:grpChg>
        <pc:grpChg chg="mod">
          <ac:chgData name="Duc Nguyen Ngoc" userId="1ef4b99b-b769-493e-ba0f-e5a3a6c9e87e" providerId="ADAL" clId="{B7607DFD-E900-4C95-BC07-270047441A7A}" dt="2025-10-13T16:10:59.335" v="1949" actId="1076"/>
          <ac:grpSpMkLst>
            <pc:docMk/>
            <pc:sldMk cId="3910247044" sldId="1353"/>
            <ac:grpSpMk id="141" creationId="{110537B8-598C-7F80-84B1-F9335BA45ECE}"/>
          </ac:grpSpMkLst>
        </pc:grpChg>
        <pc:cxnChg chg="add mod">
          <ac:chgData name="Duc Nguyen Ngoc" userId="1ef4b99b-b769-493e-ba0f-e5a3a6c9e87e" providerId="ADAL" clId="{B7607DFD-E900-4C95-BC07-270047441A7A}" dt="2025-10-14T15:37:14.461" v="2476" actId="14100"/>
          <ac:cxnSpMkLst>
            <pc:docMk/>
            <pc:sldMk cId="3910247044" sldId="1353"/>
            <ac:cxnSpMk id="5" creationId="{2FC55A03-BBD8-3806-F1F7-31684E9E40A8}"/>
          </ac:cxnSpMkLst>
        </pc:cxnChg>
        <pc:cxnChg chg="add">
          <ac:chgData name="Duc Nguyen Ngoc" userId="1ef4b99b-b769-493e-ba0f-e5a3a6c9e87e" providerId="ADAL" clId="{B7607DFD-E900-4C95-BC07-270047441A7A}" dt="2025-10-13T16:05:59.800" v="1351" actId="11529"/>
          <ac:cxnSpMkLst>
            <pc:docMk/>
            <pc:sldMk cId="3910247044" sldId="1353"/>
            <ac:cxnSpMk id="154" creationId="{1629BCF0-AB4D-3174-0175-FCECD737DF72}"/>
          </ac:cxnSpMkLst>
        </pc:cxnChg>
        <pc:cxnChg chg="add mod">
          <ac:chgData name="Duc Nguyen Ngoc" userId="1ef4b99b-b769-493e-ba0f-e5a3a6c9e87e" providerId="ADAL" clId="{B7607DFD-E900-4C95-BC07-270047441A7A}" dt="2025-10-13T16:10:38.440" v="1944" actId="1076"/>
          <ac:cxnSpMkLst>
            <pc:docMk/>
            <pc:sldMk cId="3910247044" sldId="1353"/>
            <ac:cxnSpMk id="155" creationId="{9BD4E5EF-1583-58D0-DC33-BE10D83B53DC}"/>
          </ac:cxnSpMkLst>
        </pc:cxnChg>
        <pc:cxnChg chg="add mod">
          <ac:chgData name="Duc Nguyen Ngoc" userId="1ef4b99b-b769-493e-ba0f-e5a3a6c9e87e" providerId="ADAL" clId="{B7607DFD-E900-4C95-BC07-270047441A7A}" dt="2025-10-13T16:10:45.482" v="1946" actId="1076"/>
          <ac:cxnSpMkLst>
            <pc:docMk/>
            <pc:sldMk cId="3910247044" sldId="1353"/>
            <ac:cxnSpMk id="156" creationId="{4A0CE642-AA03-03FE-3274-E4D3646B7E8C}"/>
          </ac:cxnSpMkLst>
        </pc:cxnChg>
        <pc:cxnChg chg="add mod">
          <ac:chgData name="Duc Nguyen Ngoc" userId="1ef4b99b-b769-493e-ba0f-e5a3a6c9e87e" providerId="ADAL" clId="{B7607DFD-E900-4C95-BC07-270047441A7A}" dt="2025-10-13T16:11:11.328" v="1952" actId="1076"/>
          <ac:cxnSpMkLst>
            <pc:docMk/>
            <pc:sldMk cId="3910247044" sldId="1353"/>
            <ac:cxnSpMk id="157" creationId="{84FC4A2A-1E6C-BAA5-0C6F-47DE17B4FA8E}"/>
          </ac:cxnSpMkLst>
        </pc:cxnChg>
        <pc:cxnChg chg="add mod">
          <ac:chgData name="Duc Nguyen Ngoc" userId="1ef4b99b-b769-493e-ba0f-e5a3a6c9e87e" providerId="ADAL" clId="{B7607DFD-E900-4C95-BC07-270047441A7A}" dt="2025-10-13T16:11:09.076" v="1951" actId="1076"/>
          <ac:cxnSpMkLst>
            <pc:docMk/>
            <pc:sldMk cId="3910247044" sldId="1353"/>
            <ac:cxnSpMk id="158" creationId="{9FEA6F5C-C476-5C39-F571-3D8E3BDE8D54}"/>
          </ac:cxnSpMkLst>
        </pc:cxnChg>
        <pc:cxnChg chg="add mod">
          <ac:chgData name="Duc Nguyen Ngoc" userId="1ef4b99b-b769-493e-ba0f-e5a3a6c9e87e" providerId="ADAL" clId="{B7607DFD-E900-4C95-BC07-270047441A7A}" dt="2025-10-13T16:06:11.282" v="1358" actId="14100"/>
          <ac:cxnSpMkLst>
            <pc:docMk/>
            <pc:sldMk cId="3910247044" sldId="1353"/>
            <ac:cxnSpMk id="159" creationId="{6E7FE595-2FED-98BD-7DC1-AD2049CE2952}"/>
          </ac:cxnSpMkLst>
        </pc:cxnChg>
        <pc:cxnChg chg="add mod">
          <ac:chgData name="Duc Nguyen Ngoc" userId="1ef4b99b-b769-493e-ba0f-e5a3a6c9e87e" providerId="ADAL" clId="{B7607DFD-E900-4C95-BC07-270047441A7A}" dt="2025-10-13T16:06:13.971" v="1359" actId="571"/>
          <ac:cxnSpMkLst>
            <pc:docMk/>
            <pc:sldMk cId="3910247044" sldId="1353"/>
            <ac:cxnSpMk id="161" creationId="{2C871532-E6DB-D5C1-9B7B-DBD75860BF73}"/>
          </ac:cxnSpMkLst>
        </pc:cxnChg>
      </pc:sldChg>
      <pc:sldChg chg="delSp modSp add mod">
        <pc:chgData name="Duc Nguyen Ngoc" userId="1ef4b99b-b769-493e-ba0f-e5a3a6c9e87e" providerId="ADAL" clId="{B7607DFD-E900-4C95-BC07-270047441A7A}" dt="2025-11-04T13:06:13.401" v="3199" actId="20577"/>
        <pc:sldMkLst>
          <pc:docMk/>
          <pc:sldMk cId="2281861956" sldId="1354"/>
        </pc:sldMkLst>
        <pc:spChg chg="mod">
          <ac:chgData name="Duc Nguyen Ngoc" userId="1ef4b99b-b769-493e-ba0f-e5a3a6c9e87e" providerId="ADAL" clId="{B7607DFD-E900-4C95-BC07-270047441A7A}" dt="2025-11-04T13:06:13.401" v="3199" actId="20577"/>
          <ac:spMkLst>
            <pc:docMk/>
            <pc:sldMk cId="2281861956" sldId="1354"/>
            <ac:spMk id="2" creationId="{E8AB4070-A05A-402D-3892-163676B3A125}"/>
          </ac:spMkLst>
        </pc:spChg>
      </pc:sldChg>
      <pc:sldChg chg="modSp new del mod">
        <pc:chgData name="Duc Nguyen Ngoc" userId="1ef4b99b-b769-493e-ba0f-e5a3a6c9e87e" providerId="ADAL" clId="{B7607DFD-E900-4C95-BC07-270047441A7A}" dt="2025-11-04T15:54:38.442" v="10941" actId="47"/>
        <pc:sldMkLst>
          <pc:docMk/>
          <pc:sldMk cId="1404399180" sldId="1355"/>
        </pc:sldMkLst>
        <pc:spChg chg="mod">
          <ac:chgData name="Duc Nguyen Ngoc" userId="1ef4b99b-b769-493e-ba0f-e5a3a6c9e87e" providerId="ADAL" clId="{B7607DFD-E900-4C95-BC07-270047441A7A}" dt="2025-11-04T15:46:44.149" v="10050" actId="20577"/>
          <ac:spMkLst>
            <pc:docMk/>
            <pc:sldMk cId="1404399180" sldId="1355"/>
            <ac:spMk id="2" creationId="{FF4D487F-88EF-BCB2-10F9-18EC0FC000F9}"/>
          </ac:spMkLst>
        </pc:spChg>
        <pc:spChg chg="mod">
          <ac:chgData name="Duc Nguyen Ngoc" userId="1ef4b99b-b769-493e-ba0f-e5a3a6c9e87e" providerId="ADAL" clId="{B7607DFD-E900-4C95-BC07-270047441A7A}" dt="2025-10-15T14:36:27.157" v="2534" actId="20577"/>
          <ac:spMkLst>
            <pc:docMk/>
            <pc:sldMk cId="1404399180" sldId="1355"/>
            <ac:spMk id="3" creationId="{E352C787-6530-6CA6-D312-20D888434DA6}"/>
          </ac:spMkLst>
        </pc:spChg>
      </pc:sldChg>
      <pc:sldChg chg="modSp add del mod">
        <pc:chgData name="Duc Nguyen Ngoc" userId="1ef4b99b-b769-493e-ba0f-e5a3a6c9e87e" providerId="ADAL" clId="{B7607DFD-E900-4C95-BC07-270047441A7A}" dt="2025-11-04T15:48:05.985" v="10270" actId="47"/>
        <pc:sldMkLst>
          <pc:docMk/>
          <pc:sldMk cId="1205263668" sldId="1356"/>
        </pc:sldMkLst>
      </pc:sldChg>
      <pc:sldChg chg="addSp delSp modSp add mod ord">
        <pc:chgData name="Duc Nguyen Ngoc" userId="1ef4b99b-b769-493e-ba0f-e5a3a6c9e87e" providerId="ADAL" clId="{B7607DFD-E900-4C95-BC07-270047441A7A}" dt="2025-11-04T15:39:52.928" v="9447"/>
        <pc:sldMkLst>
          <pc:docMk/>
          <pc:sldMk cId="3146810871" sldId="1357"/>
        </pc:sldMkLst>
        <pc:spChg chg="mod">
          <ac:chgData name="Duc Nguyen Ngoc" userId="1ef4b99b-b769-493e-ba0f-e5a3a6c9e87e" providerId="ADAL" clId="{B7607DFD-E900-4C95-BC07-270047441A7A}" dt="2025-11-04T13:47:17.523" v="4822" actId="20577"/>
          <ac:spMkLst>
            <pc:docMk/>
            <pc:sldMk cId="3146810871" sldId="1357"/>
            <ac:spMk id="2" creationId="{E4E76898-1F88-D683-9BA4-03AE8DEA31CB}"/>
          </ac:spMkLst>
        </pc:spChg>
        <pc:picChg chg="add del mod">
          <ac:chgData name="Duc Nguyen Ngoc" userId="1ef4b99b-b769-493e-ba0f-e5a3a6c9e87e" providerId="ADAL" clId="{B7607DFD-E900-4C95-BC07-270047441A7A}" dt="2025-11-04T13:46:32.498" v="4809" actId="478"/>
          <ac:picMkLst>
            <pc:docMk/>
            <pc:sldMk cId="3146810871" sldId="1357"/>
            <ac:picMk id="5" creationId="{40BBCF12-9A22-C862-00B1-AFB492D8EA33}"/>
          </ac:picMkLst>
        </pc:picChg>
        <pc:picChg chg="add mod ord">
          <ac:chgData name="Duc Nguyen Ngoc" userId="1ef4b99b-b769-493e-ba0f-e5a3a6c9e87e" providerId="ADAL" clId="{B7607DFD-E900-4C95-BC07-270047441A7A}" dt="2025-11-04T14:36:07.599" v="7589" actId="1076"/>
          <ac:picMkLst>
            <pc:docMk/>
            <pc:sldMk cId="3146810871" sldId="1357"/>
            <ac:picMk id="6" creationId="{5EC90067-E02F-64F4-F0D6-2DF7C7A16C1F}"/>
          </ac:picMkLst>
        </pc:picChg>
      </pc:sldChg>
      <pc:sldChg chg="modSp add mod">
        <pc:chgData name="Duc Nguyen Ngoc" userId="1ef4b99b-b769-493e-ba0f-e5a3a6c9e87e" providerId="ADAL" clId="{B7607DFD-E900-4C95-BC07-270047441A7A}" dt="2025-10-15T14:37:30.650" v="2848" actId="20577"/>
        <pc:sldMkLst>
          <pc:docMk/>
          <pc:sldMk cId="3996436692" sldId="1358"/>
        </pc:sldMkLst>
        <pc:spChg chg="mod">
          <ac:chgData name="Duc Nguyen Ngoc" userId="1ef4b99b-b769-493e-ba0f-e5a3a6c9e87e" providerId="ADAL" clId="{B7607DFD-E900-4C95-BC07-270047441A7A}" dt="2025-10-15T14:37:30.650" v="2848" actId="20577"/>
          <ac:spMkLst>
            <pc:docMk/>
            <pc:sldMk cId="3996436692" sldId="1358"/>
            <ac:spMk id="2" creationId="{7A7E1217-788E-9D9E-4E5A-707AC3AA094E}"/>
          </ac:spMkLst>
        </pc:spChg>
      </pc:sldChg>
      <pc:sldChg chg="modSp add del mod ord">
        <pc:chgData name="Duc Nguyen Ngoc" userId="1ef4b99b-b769-493e-ba0f-e5a3a6c9e87e" providerId="ADAL" clId="{B7607DFD-E900-4C95-BC07-270047441A7A}" dt="2025-11-04T15:40:48.776" v="9468" actId="47"/>
        <pc:sldMkLst>
          <pc:docMk/>
          <pc:sldMk cId="3470898207" sldId="1359"/>
        </pc:sldMkLst>
      </pc:sldChg>
      <pc:sldChg chg="modSp add mod">
        <pc:chgData name="Duc Nguyen Ngoc" userId="1ef4b99b-b769-493e-ba0f-e5a3a6c9e87e" providerId="ADAL" clId="{B7607DFD-E900-4C95-BC07-270047441A7A}" dt="2025-10-15T14:37:48.222" v="2908" actId="20577"/>
        <pc:sldMkLst>
          <pc:docMk/>
          <pc:sldMk cId="2301780843" sldId="1360"/>
        </pc:sldMkLst>
        <pc:spChg chg="mod">
          <ac:chgData name="Duc Nguyen Ngoc" userId="1ef4b99b-b769-493e-ba0f-e5a3a6c9e87e" providerId="ADAL" clId="{B7607DFD-E900-4C95-BC07-270047441A7A}" dt="2025-10-15T14:37:48.222" v="2908" actId="20577"/>
          <ac:spMkLst>
            <pc:docMk/>
            <pc:sldMk cId="2301780843" sldId="1360"/>
            <ac:spMk id="2" creationId="{2306D2BA-5608-92E7-E899-D037511EAC89}"/>
          </ac:spMkLst>
        </pc:spChg>
      </pc:sldChg>
      <pc:sldChg chg="modSp add mod">
        <pc:chgData name="Duc Nguyen Ngoc" userId="1ef4b99b-b769-493e-ba0f-e5a3a6c9e87e" providerId="ADAL" clId="{B7607DFD-E900-4C95-BC07-270047441A7A}" dt="2025-10-15T14:38:42.225" v="3123" actId="13926"/>
        <pc:sldMkLst>
          <pc:docMk/>
          <pc:sldMk cId="2200117649" sldId="1361"/>
        </pc:sldMkLst>
        <pc:spChg chg="mod">
          <ac:chgData name="Duc Nguyen Ngoc" userId="1ef4b99b-b769-493e-ba0f-e5a3a6c9e87e" providerId="ADAL" clId="{B7607DFD-E900-4C95-BC07-270047441A7A}" dt="2025-10-15T14:38:42.225" v="3123" actId="13926"/>
          <ac:spMkLst>
            <pc:docMk/>
            <pc:sldMk cId="2200117649" sldId="1361"/>
            <ac:spMk id="2" creationId="{1430B326-35BB-53AC-0416-0ACC66202647}"/>
          </ac:spMkLst>
        </pc:spChg>
      </pc:sldChg>
      <pc:sldChg chg="addSp delSp add del mod">
        <pc:chgData name="Duc Nguyen Ngoc" userId="1ef4b99b-b769-493e-ba0f-e5a3a6c9e87e" providerId="ADAL" clId="{B7607DFD-E900-4C95-BC07-270047441A7A}" dt="2025-11-04T15:50:29.143" v="10720" actId="47"/>
        <pc:sldMkLst>
          <pc:docMk/>
          <pc:sldMk cId="987102905" sldId="1362"/>
        </pc:sldMkLst>
        <pc:picChg chg="add del">
          <ac:chgData name="Duc Nguyen Ngoc" userId="1ef4b99b-b769-493e-ba0f-e5a3a6c9e87e" providerId="ADAL" clId="{B7607DFD-E900-4C95-BC07-270047441A7A}" dt="2025-11-04T13:38:22.352" v="3239" actId="21"/>
          <ac:picMkLst>
            <pc:docMk/>
            <pc:sldMk cId="987102905" sldId="1362"/>
            <ac:picMk id="5" creationId="{40BBCF12-9A22-C862-00B1-AFB492D8EA33}"/>
          </ac:picMkLst>
        </pc:picChg>
      </pc:sldChg>
      <pc:sldChg chg="modSp add mod ord">
        <pc:chgData name="Duc Nguyen Ngoc" userId="1ef4b99b-b769-493e-ba0f-e5a3a6c9e87e" providerId="ADAL" clId="{B7607DFD-E900-4C95-BC07-270047441A7A}" dt="2025-11-04T15:39:47.638" v="9443"/>
        <pc:sldMkLst>
          <pc:docMk/>
          <pc:sldMk cId="3680972822" sldId="1363"/>
        </pc:sldMkLst>
        <pc:spChg chg="mod">
          <ac:chgData name="Duc Nguyen Ngoc" userId="1ef4b99b-b769-493e-ba0f-e5a3a6c9e87e" providerId="ADAL" clId="{B7607DFD-E900-4C95-BC07-270047441A7A}" dt="2025-11-04T14:01:46.481" v="6055" actId="14100"/>
          <ac:spMkLst>
            <pc:docMk/>
            <pc:sldMk cId="3680972822" sldId="1363"/>
            <ac:spMk id="2" creationId="{BA19FCF9-6BBF-23E6-1598-F1E766A3CA10}"/>
          </ac:spMkLst>
        </pc:spChg>
        <pc:picChg chg="mod">
          <ac:chgData name="Duc Nguyen Ngoc" userId="1ef4b99b-b769-493e-ba0f-e5a3a6c9e87e" providerId="ADAL" clId="{B7607DFD-E900-4C95-BC07-270047441A7A}" dt="2025-11-04T14:01:48.796" v="6056" actId="1076"/>
          <ac:picMkLst>
            <pc:docMk/>
            <pc:sldMk cId="3680972822" sldId="1363"/>
            <ac:picMk id="5" creationId="{A5CB35B9-D4DB-E621-0639-7D91FAF2FAA1}"/>
          </ac:picMkLst>
        </pc:picChg>
      </pc:sldChg>
      <pc:sldChg chg="addSp delSp modSp add mod ord">
        <pc:chgData name="Duc Nguyen Ngoc" userId="1ef4b99b-b769-493e-ba0f-e5a3a6c9e87e" providerId="ADAL" clId="{B7607DFD-E900-4C95-BC07-270047441A7A}" dt="2025-11-04T15:40:02.747" v="9449" actId="1076"/>
        <pc:sldMkLst>
          <pc:docMk/>
          <pc:sldMk cId="1743110449" sldId="1364"/>
        </pc:sldMkLst>
        <pc:spChg chg="mod">
          <ac:chgData name="Duc Nguyen Ngoc" userId="1ef4b99b-b769-493e-ba0f-e5a3a6c9e87e" providerId="ADAL" clId="{B7607DFD-E900-4C95-BC07-270047441A7A}" dt="2025-11-04T15:40:00.786" v="9448" actId="20577"/>
          <ac:spMkLst>
            <pc:docMk/>
            <pc:sldMk cId="1743110449" sldId="1364"/>
            <ac:spMk id="2" creationId="{C54AD912-5F9B-D2E3-D9FA-F2748E3A072E}"/>
          </ac:spMkLst>
        </pc:spChg>
        <pc:picChg chg="add mod">
          <ac:chgData name="Duc Nguyen Ngoc" userId="1ef4b99b-b769-493e-ba0f-e5a3a6c9e87e" providerId="ADAL" clId="{B7607DFD-E900-4C95-BC07-270047441A7A}" dt="2025-11-04T15:40:02.747" v="9449" actId="1076"/>
          <ac:picMkLst>
            <pc:docMk/>
            <pc:sldMk cId="1743110449" sldId="1364"/>
            <ac:picMk id="4" creationId="{6D2DFA5F-DD27-D203-8507-CB9062CE0ADD}"/>
          </ac:picMkLst>
        </pc:picChg>
        <pc:picChg chg="del">
          <ac:chgData name="Duc Nguyen Ngoc" userId="1ef4b99b-b769-493e-ba0f-e5a3a6c9e87e" providerId="ADAL" clId="{B7607DFD-E900-4C95-BC07-270047441A7A}" dt="2025-11-04T14:36:50.149" v="7590" actId="478"/>
          <ac:picMkLst>
            <pc:docMk/>
            <pc:sldMk cId="1743110449" sldId="1364"/>
            <ac:picMk id="5" creationId="{E6719E42-13EE-6241-9058-8787AAEC23DD}"/>
          </ac:picMkLst>
        </pc:picChg>
      </pc:sldChg>
      <pc:sldChg chg="addSp delSp modSp add mod">
        <pc:chgData name="Duc Nguyen Ngoc" userId="1ef4b99b-b769-493e-ba0f-e5a3a6c9e87e" providerId="ADAL" clId="{B7607DFD-E900-4C95-BC07-270047441A7A}" dt="2025-11-04T15:20:58.026" v="8308" actId="20577"/>
        <pc:sldMkLst>
          <pc:docMk/>
          <pc:sldMk cId="2045577935" sldId="1365"/>
        </pc:sldMkLst>
        <pc:spChg chg="mod">
          <ac:chgData name="Duc Nguyen Ngoc" userId="1ef4b99b-b769-493e-ba0f-e5a3a6c9e87e" providerId="ADAL" clId="{B7607DFD-E900-4C95-BC07-270047441A7A}" dt="2025-11-04T15:20:58.026" v="8308" actId="20577"/>
          <ac:spMkLst>
            <pc:docMk/>
            <pc:sldMk cId="2045577935" sldId="1365"/>
            <ac:spMk id="2" creationId="{4FDA6B8C-5847-33C0-44F4-9D9D8D32B3A9}"/>
          </ac:spMkLst>
        </pc:spChg>
        <pc:graphicFrameChg chg="add mod modGraphic">
          <ac:chgData name="Duc Nguyen Ngoc" userId="1ef4b99b-b769-493e-ba0f-e5a3a6c9e87e" providerId="ADAL" clId="{B7607DFD-E900-4C95-BC07-270047441A7A}" dt="2025-11-04T14:35:43.931" v="7584" actId="207"/>
          <ac:graphicFrameMkLst>
            <pc:docMk/>
            <pc:sldMk cId="2045577935" sldId="1365"/>
            <ac:graphicFrameMk id="4" creationId="{8B31CEA3-9276-6120-A9F1-4E05E818D443}"/>
          </ac:graphicFrameMkLst>
        </pc:graphicFrameChg>
        <pc:picChg chg="del">
          <ac:chgData name="Duc Nguyen Ngoc" userId="1ef4b99b-b769-493e-ba0f-e5a3a6c9e87e" providerId="ADAL" clId="{B7607DFD-E900-4C95-BC07-270047441A7A}" dt="2025-11-04T14:31:20.259" v="7351" actId="478"/>
          <ac:picMkLst>
            <pc:docMk/>
            <pc:sldMk cId="2045577935" sldId="1365"/>
            <ac:picMk id="5" creationId="{F6243723-9FE1-9C67-DCDF-85D2A2C8F668}"/>
          </ac:picMkLst>
        </pc:picChg>
      </pc:sldChg>
      <pc:sldChg chg="addSp modSp add mod ord">
        <pc:chgData name="Duc Nguyen Ngoc" userId="1ef4b99b-b769-493e-ba0f-e5a3a6c9e87e" providerId="ADAL" clId="{B7607DFD-E900-4C95-BC07-270047441A7A}" dt="2025-11-04T15:31:17.238" v="8557" actId="113"/>
        <pc:sldMkLst>
          <pc:docMk/>
          <pc:sldMk cId="3609775468" sldId="1366"/>
        </pc:sldMkLst>
        <pc:spChg chg="mod">
          <ac:chgData name="Duc Nguyen Ngoc" userId="1ef4b99b-b769-493e-ba0f-e5a3a6c9e87e" providerId="ADAL" clId="{B7607DFD-E900-4C95-BC07-270047441A7A}" dt="2025-11-04T15:31:17.238" v="8557" actId="113"/>
          <ac:spMkLst>
            <pc:docMk/>
            <pc:sldMk cId="3609775468" sldId="1366"/>
            <ac:spMk id="2" creationId="{85632304-9284-8EF5-3E8A-9C4A70022BAB}"/>
          </ac:spMkLst>
        </pc:spChg>
        <pc:picChg chg="add mod">
          <ac:chgData name="Duc Nguyen Ngoc" userId="1ef4b99b-b769-493e-ba0f-e5a3a6c9e87e" providerId="ADAL" clId="{B7607DFD-E900-4C95-BC07-270047441A7A}" dt="2025-11-04T15:29:04.207" v="8506" actId="1076"/>
          <ac:picMkLst>
            <pc:docMk/>
            <pc:sldMk cId="3609775468" sldId="1366"/>
            <ac:picMk id="5" creationId="{035E1B26-8E9F-6B21-BDD4-E660C32A7B5B}"/>
          </ac:picMkLst>
        </pc:picChg>
      </pc:sldChg>
      <pc:sldChg chg="modSp add mod">
        <pc:chgData name="Duc Nguyen Ngoc" userId="1ef4b99b-b769-493e-ba0f-e5a3a6c9e87e" providerId="ADAL" clId="{B7607DFD-E900-4C95-BC07-270047441A7A}" dt="2025-11-04T14:40:58.079" v="7936" actId="20577"/>
        <pc:sldMkLst>
          <pc:docMk/>
          <pc:sldMk cId="355245639" sldId="1367"/>
        </pc:sldMkLst>
        <pc:spChg chg="mod">
          <ac:chgData name="Duc Nguyen Ngoc" userId="1ef4b99b-b769-493e-ba0f-e5a3a6c9e87e" providerId="ADAL" clId="{B7607DFD-E900-4C95-BC07-270047441A7A}" dt="2025-11-04T14:40:58.079" v="7936" actId="20577"/>
          <ac:spMkLst>
            <pc:docMk/>
            <pc:sldMk cId="355245639" sldId="1367"/>
            <ac:spMk id="2" creationId="{B0BDBCDF-128F-F6E2-3BA8-2D2FF093A38D}"/>
          </ac:spMkLst>
        </pc:spChg>
      </pc:sldChg>
      <pc:sldChg chg="addSp modSp add mod">
        <pc:chgData name="Duc Nguyen Ngoc" userId="1ef4b99b-b769-493e-ba0f-e5a3a6c9e87e" providerId="ADAL" clId="{B7607DFD-E900-4C95-BC07-270047441A7A}" dt="2025-11-04T15:30:39.337" v="8540" actId="20577"/>
        <pc:sldMkLst>
          <pc:docMk/>
          <pc:sldMk cId="526014750" sldId="1368"/>
        </pc:sldMkLst>
        <pc:spChg chg="mod">
          <ac:chgData name="Duc Nguyen Ngoc" userId="1ef4b99b-b769-493e-ba0f-e5a3a6c9e87e" providerId="ADAL" clId="{B7607DFD-E900-4C95-BC07-270047441A7A}" dt="2025-11-04T15:30:39.337" v="8540" actId="20577"/>
          <ac:spMkLst>
            <pc:docMk/>
            <pc:sldMk cId="526014750" sldId="1368"/>
            <ac:spMk id="2" creationId="{130B4AA1-9300-9362-12F2-2DBDC523E2FF}"/>
          </ac:spMkLst>
        </pc:spChg>
        <pc:picChg chg="add mod">
          <ac:chgData name="Duc Nguyen Ngoc" userId="1ef4b99b-b769-493e-ba0f-e5a3a6c9e87e" providerId="ADAL" clId="{B7607DFD-E900-4C95-BC07-270047441A7A}" dt="2025-11-04T15:17:04.088" v="8211" actId="1076"/>
          <ac:picMkLst>
            <pc:docMk/>
            <pc:sldMk cId="526014750" sldId="1368"/>
            <ac:picMk id="5" creationId="{108C97FF-F8E5-B408-F618-35EA1D41CEF1}"/>
          </ac:picMkLst>
        </pc:picChg>
      </pc:sldChg>
      <pc:sldChg chg="modSp add mod ord modCm">
        <pc:chgData name="Duc Nguyen Ngoc" userId="1ef4b99b-b769-493e-ba0f-e5a3a6c9e87e" providerId="ADAL" clId="{B7607DFD-E900-4C95-BC07-270047441A7A}" dt="2025-11-04T15:21:01.846" v="8324" actId="20577"/>
        <pc:sldMkLst>
          <pc:docMk/>
          <pc:sldMk cId="753773355" sldId="1369"/>
        </pc:sldMkLst>
        <pc:spChg chg="mod">
          <ac:chgData name="Duc Nguyen Ngoc" userId="1ef4b99b-b769-493e-ba0f-e5a3a6c9e87e" providerId="ADAL" clId="{B7607DFD-E900-4C95-BC07-270047441A7A}" dt="2025-11-04T15:21:01.846" v="8324" actId="20577"/>
          <ac:spMkLst>
            <pc:docMk/>
            <pc:sldMk cId="753773355" sldId="1369"/>
            <ac:spMk id="2" creationId="{BA1779DA-7A17-161E-6A97-D6CAF3ECD08C}"/>
          </ac:spMkLst>
        </pc:spChg>
        <pc:graphicFrameChg chg="mod">
          <ac:chgData name="Duc Nguyen Ngoc" userId="1ef4b99b-b769-493e-ba0f-e5a3a6c9e87e" providerId="ADAL" clId="{B7607DFD-E900-4C95-BC07-270047441A7A}" dt="2025-11-04T15:20:16.310" v="8289" actId="20577"/>
          <ac:graphicFrameMkLst>
            <pc:docMk/>
            <pc:sldMk cId="753773355" sldId="1369"/>
            <ac:graphicFrameMk id="4" creationId="{135FDA79-3CF3-A79A-7E03-AB4F8C76DFE0}"/>
          </ac:graphicFrameMkLst>
        </pc:graphicFrameChg>
        <pc:extLst>
          <p:ext xmlns:p="http://schemas.openxmlformats.org/presentationml/2006/main" uri="{D6D511B9-2390-475A-947B-AFAB55BFBCF1}">
            <pc226:cmChg xmlns:pc226="http://schemas.microsoft.com/office/powerpoint/2022/06/main/command" chg="mod">
              <pc226:chgData name="Duc Nguyen Ngoc" userId="1ef4b99b-b769-493e-ba0f-e5a3a6c9e87e" providerId="ADAL" clId="{B7607DFD-E900-4C95-BC07-270047441A7A}" dt="2025-11-04T15:21:01.846" v="8324" actId="20577"/>
              <pc2:cmMkLst xmlns:pc2="http://schemas.microsoft.com/office/powerpoint/2019/9/main/command">
                <pc:docMk/>
                <pc:sldMk cId="753773355" sldId="1369"/>
                <pc2:cmMk id="{C6E1FCD8-281E-4D4E-85E1-458B0D4CD21E}"/>
              </pc2:cmMkLst>
            </pc226:cmChg>
          </p:ext>
        </pc:extLst>
      </pc:sldChg>
      <pc:sldChg chg="addSp delSp modSp add del mod ord">
        <pc:chgData name="Duc Nguyen Ngoc" userId="1ef4b99b-b769-493e-ba0f-e5a3a6c9e87e" providerId="ADAL" clId="{B7607DFD-E900-4C95-BC07-270047441A7A}" dt="2025-11-04T15:43:37.729" v="9922" actId="2696"/>
        <pc:sldMkLst>
          <pc:docMk/>
          <pc:sldMk cId="1556101154" sldId="1370"/>
        </pc:sldMkLst>
        <pc:spChg chg="mod">
          <ac:chgData name="Duc Nguyen Ngoc" userId="1ef4b99b-b769-493e-ba0f-e5a3a6c9e87e" providerId="ADAL" clId="{B7607DFD-E900-4C95-BC07-270047441A7A}" dt="2025-11-04T15:32:04.912" v="8578" actId="113"/>
          <ac:spMkLst>
            <pc:docMk/>
            <pc:sldMk cId="1556101154" sldId="1370"/>
            <ac:spMk id="2" creationId="{FEA27E06-3B02-0195-C5A1-25D41360FEE0}"/>
          </ac:spMkLst>
        </pc:spChg>
        <pc:picChg chg="del">
          <ac:chgData name="Duc Nguyen Ngoc" userId="1ef4b99b-b769-493e-ba0f-e5a3a6c9e87e" providerId="ADAL" clId="{B7607DFD-E900-4C95-BC07-270047441A7A}" dt="2025-11-04T15:22:09.133" v="8336" actId="478"/>
          <ac:picMkLst>
            <pc:docMk/>
            <pc:sldMk cId="1556101154" sldId="1370"/>
            <ac:picMk id="5" creationId="{316003E1-EC92-7539-A530-D46D5ED250A3}"/>
          </ac:picMkLst>
        </pc:picChg>
        <pc:picChg chg="add mod">
          <ac:chgData name="Duc Nguyen Ngoc" userId="1ef4b99b-b769-493e-ba0f-e5a3a6c9e87e" providerId="ADAL" clId="{B7607DFD-E900-4C95-BC07-270047441A7A}" dt="2025-11-04T15:22:21.585" v="8339" actId="1076"/>
          <ac:picMkLst>
            <pc:docMk/>
            <pc:sldMk cId="1556101154" sldId="1370"/>
            <ac:picMk id="6" creationId="{CCC332AF-2316-BF08-5BB7-ABD6AD889325}"/>
          </ac:picMkLst>
        </pc:picChg>
      </pc:sldChg>
      <pc:sldChg chg="addSp delSp modSp new mod ord">
        <pc:chgData name="Duc Nguyen Ngoc" userId="1ef4b99b-b769-493e-ba0f-e5a3a6c9e87e" providerId="ADAL" clId="{B7607DFD-E900-4C95-BC07-270047441A7A}" dt="2025-11-04T15:53:50.126" v="10938" actId="20577"/>
        <pc:sldMkLst>
          <pc:docMk/>
          <pc:sldMk cId="227945201" sldId="1371"/>
        </pc:sldMkLst>
        <pc:spChg chg="del">
          <ac:chgData name="Duc Nguyen Ngoc" userId="1ef4b99b-b769-493e-ba0f-e5a3a6c9e87e" providerId="ADAL" clId="{B7607DFD-E900-4C95-BC07-270047441A7A}" dt="2025-11-04T15:27:46.722" v="8370"/>
          <ac:spMkLst>
            <pc:docMk/>
            <pc:sldMk cId="227945201" sldId="1371"/>
            <ac:spMk id="2" creationId="{7163F8BF-C11B-429E-B744-F15E509E2404}"/>
          </ac:spMkLst>
        </pc:spChg>
        <pc:spChg chg="mod">
          <ac:chgData name="Duc Nguyen Ngoc" userId="1ef4b99b-b769-493e-ba0f-e5a3a6c9e87e" providerId="ADAL" clId="{B7607DFD-E900-4C95-BC07-270047441A7A}" dt="2025-11-04T15:53:50.126" v="10938" actId="20577"/>
          <ac:spMkLst>
            <pc:docMk/>
            <pc:sldMk cId="227945201" sldId="1371"/>
            <ac:spMk id="3" creationId="{29F7E3D4-EBE5-2B6D-5A9E-D521D2A9C368}"/>
          </ac:spMkLst>
        </pc:spChg>
        <pc:spChg chg="add mod">
          <ac:chgData name="Duc Nguyen Ngoc" userId="1ef4b99b-b769-493e-ba0f-e5a3a6c9e87e" providerId="ADAL" clId="{B7607DFD-E900-4C95-BC07-270047441A7A}" dt="2025-11-04T15:47:04.243" v="10053" actId="14100"/>
          <ac:spMkLst>
            <pc:docMk/>
            <pc:sldMk cId="227945201" sldId="1371"/>
            <ac:spMk id="5" creationId="{E1839013-564F-972E-1D1B-FF1A360BFE31}"/>
          </ac:spMkLst>
        </pc:spChg>
        <pc:spChg chg="add mod">
          <ac:chgData name="Duc Nguyen Ngoc" userId="1ef4b99b-b769-493e-ba0f-e5a3a6c9e87e" providerId="ADAL" clId="{B7607DFD-E900-4C95-BC07-270047441A7A}" dt="2025-11-04T15:49:35.146" v="10611" actId="20577"/>
          <ac:spMkLst>
            <pc:docMk/>
            <pc:sldMk cId="227945201" sldId="1371"/>
            <ac:spMk id="6" creationId="{A2395EF6-FEAA-1362-EA33-7689133FFE28}"/>
          </ac:spMkLst>
        </pc:spChg>
        <pc:graphicFrameChg chg="add mod modGraphic">
          <ac:chgData name="Duc Nguyen Ngoc" userId="1ef4b99b-b769-493e-ba0f-e5a3a6c9e87e" providerId="ADAL" clId="{B7607DFD-E900-4C95-BC07-270047441A7A}" dt="2025-11-04T15:47:30.488" v="10134" actId="20577"/>
          <ac:graphicFrameMkLst>
            <pc:docMk/>
            <pc:sldMk cId="227945201" sldId="1371"/>
            <ac:graphicFrameMk id="4" creationId="{F9DF25D9-E3C8-72A2-45BA-59B3082C86F8}"/>
          </ac:graphicFrameMkLst>
        </pc:graphicFrameChg>
      </pc:sldChg>
      <pc:sldChg chg="addSp modSp add mod ord">
        <pc:chgData name="Duc Nguyen Ngoc" userId="1ef4b99b-b769-493e-ba0f-e5a3a6c9e87e" providerId="ADAL" clId="{B7607DFD-E900-4C95-BC07-270047441A7A}" dt="2025-11-04T15:43:21.287" v="9920"/>
        <pc:sldMkLst>
          <pc:docMk/>
          <pc:sldMk cId="928111874" sldId="1372"/>
        </pc:sldMkLst>
        <pc:spChg chg="mod">
          <ac:chgData name="Duc Nguyen Ngoc" userId="1ef4b99b-b769-493e-ba0f-e5a3a6c9e87e" providerId="ADAL" clId="{B7607DFD-E900-4C95-BC07-270047441A7A}" dt="2025-11-04T15:43:21.287" v="9920"/>
          <ac:spMkLst>
            <pc:docMk/>
            <pc:sldMk cId="928111874" sldId="1372"/>
            <ac:spMk id="2" creationId="{E5999800-0027-DF4F-467A-5E682C6FBEA4}"/>
          </ac:spMkLst>
        </pc:spChg>
        <pc:picChg chg="add mod">
          <ac:chgData name="Duc Nguyen Ngoc" userId="1ef4b99b-b769-493e-ba0f-e5a3a6c9e87e" providerId="ADAL" clId="{B7607DFD-E900-4C95-BC07-270047441A7A}" dt="2025-11-04T15:42:21.957" v="9870" actId="1076"/>
          <ac:picMkLst>
            <pc:docMk/>
            <pc:sldMk cId="928111874" sldId="1372"/>
            <ac:picMk id="5" creationId="{2217403B-A929-C4E1-20F8-223DB61739ED}"/>
          </ac:picMkLst>
        </pc:picChg>
      </pc:sldChg>
      <pc:sldChg chg="addSp delSp modSp add mod ord">
        <pc:chgData name="Duc Nguyen Ngoc" userId="1ef4b99b-b769-493e-ba0f-e5a3a6c9e87e" providerId="ADAL" clId="{B7607DFD-E900-4C95-BC07-270047441A7A}" dt="2025-11-04T15:46:18.617" v="9949" actId="20577"/>
        <pc:sldMkLst>
          <pc:docMk/>
          <pc:sldMk cId="3371495409" sldId="1373"/>
        </pc:sldMkLst>
        <pc:spChg chg="mod">
          <ac:chgData name="Duc Nguyen Ngoc" userId="1ef4b99b-b769-493e-ba0f-e5a3a6c9e87e" providerId="ADAL" clId="{B7607DFD-E900-4C95-BC07-270047441A7A}" dt="2025-11-04T15:46:18.617" v="9949" actId="20577"/>
          <ac:spMkLst>
            <pc:docMk/>
            <pc:sldMk cId="3371495409" sldId="1373"/>
            <ac:spMk id="2" creationId="{07DC4110-7EC2-6BBF-0AFD-58BDE3017660}"/>
          </ac:spMkLst>
        </pc:spChg>
        <pc:picChg chg="add mod">
          <ac:chgData name="Duc Nguyen Ngoc" userId="1ef4b99b-b769-493e-ba0f-e5a3a6c9e87e" providerId="ADAL" clId="{B7607DFD-E900-4C95-BC07-270047441A7A}" dt="2025-11-04T15:45:06.834" v="9931" actId="1076"/>
          <ac:picMkLst>
            <pc:docMk/>
            <pc:sldMk cId="3371495409" sldId="1373"/>
            <ac:picMk id="5" creationId="{DD7AE877-9D0B-A3D8-9545-BA7B72658432}"/>
          </ac:picMkLst>
        </pc:picChg>
        <pc:picChg chg="del">
          <ac:chgData name="Duc Nguyen Ngoc" userId="1ef4b99b-b769-493e-ba0f-e5a3a6c9e87e" providerId="ADAL" clId="{B7607DFD-E900-4C95-BC07-270047441A7A}" dt="2025-11-04T15:45:00.904" v="9928" actId="478"/>
          <ac:picMkLst>
            <pc:docMk/>
            <pc:sldMk cId="3371495409" sldId="1373"/>
            <ac:picMk id="6" creationId="{77278F26-C1D2-5B81-98EF-0A1ABF37428E}"/>
          </ac:picMkLst>
        </pc:picChg>
      </pc:sldChg>
      <pc:sldChg chg="delSp modSp add mod ord">
        <pc:chgData name="Duc Nguyen Ngoc" userId="1ef4b99b-b769-493e-ba0f-e5a3a6c9e87e" providerId="ADAL" clId="{B7607DFD-E900-4C95-BC07-270047441A7A}" dt="2025-11-04T15:50:22.353" v="10719" actId="13926"/>
        <pc:sldMkLst>
          <pc:docMk/>
          <pc:sldMk cId="2269692365" sldId="1374"/>
        </pc:sldMkLst>
        <pc:spChg chg="mod">
          <ac:chgData name="Duc Nguyen Ngoc" userId="1ef4b99b-b769-493e-ba0f-e5a3a6c9e87e" providerId="ADAL" clId="{B7607DFD-E900-4C95-BC07-270047441A7A}" dt="2025-11-04T15:50:22.353" v="10719" actId="13926"/>
          <ac:spMkLst>
            <pc:docMk/>
            <pc:sldMk cId="2269692365" sldId="1374"/>
            <ac:spMk id="2" creationId="{7923416C-7D38-234A-39CC-8DD57242137D}"/>
          </ac:spMkLst>
        </pc:spChg>
        <pc:graphicFrameChg chg="del">
          <ac:chgData name="Duc Nguyen Ngoc" userId="1ef4b99b-b769-493e-ba0f-e5a3a6c9e87e" providerId="ADAL" clId="{B7607DFD-E900-4C95-BC07-270047441A7A}" dt="2025-11-04T15:49:47.425" v="10615" actId="478"/>
          <ac:graphicFrameMkLst>
            <pc:docMk/>
            <pc:sldMk cId="2269692365" sldId="1374"/>
            <ac:graphicFrameMk id="4" creationId="{AD9786F4-FB23-11FC-FE02-59A2FB1DAD2C}"/>
          </ac:graphicFrameMkLst>
        </pc:graphicFrameChg>
      </pc:sldChg>
      <pc:sldChg chg="modSp add mod ord">
        <pc:chgData name="Duc Nguyen Ngoc" userId="1ef4b99b-b769-493e-ba0f-e5a3a6c9e87e" providerId="ADAL" clId="{B7607DFD-E900-4C95-BC07-270047441A7A}" dt="2025-11-04T15:52:02.058" v="10891" actId="207"/>
        <pc:sldMkLst>
          <pc:docMk/>
          <pc:sldMk cId="3212022023" sldId="1375"/>
        </pc:sldMkLst>
        <pc:spChg chg="mod">
          <ac:chgData name="Duc Nguyen Ngoc" userId="1ef4b99b-b769-493e-ba0f-e5a3a6c9e87e" providerId="ADAL" clId="{B7607DFD-E900-4C95-BC07-270047441A7A}" dt="2025-11-04T15:52:02.058" v="10891" actId="207"/>
          <ac:spMkLst>
            <pc:docMk/>
            <pc:sldMk cId="3212022023" sldId="1375"/>
            <ac:spMk id="7" creationId="{6C630B8C-93A6-41E9-EA9D-C94E3F2BB061}"/>
          </ac:spMkLst>
        </pc:spChg>
        <pc:spChg chg="mod">
          <ac:chgData name="Duc Nguyen Ngoc" userId="1ef4b99b-b769-493e-ba0f-e5a3a6c9e87e" providerId="ADAL" clId="{B7607DFD-E900-4C95-BC07-270047441A7A}" dt="2025-11-04T15:52:02.058" v="10891" actId="207"/>
          <ac:spMkLst>
            <pc:docMk/>
            <pc:sldMk cId="3212022023" sldId="1375"/>
            <ac:spMk id="8" creationId="{D84345BE-1859-D880-E883-3FA5457A26B5}"/>
          </ac:spMkLst>
        </pc:spChg>
        <pc:spChg chg="mod">
          <ac:chgData name="Duc Nguyen Ngoc" userId="1ef4b99b-b769-493e-ba0f-e5a3a6c9e87e" providerId="ADAL" clId="{B7607DFD-E900-4C95-BC07-270047441A7A}" dt="2025-11-04T15:51:59.560" v="10890" actId="207"/>
          <ac:spMkLst>
            <pc:docMk/>
            <pc:sldMk cId="3212022023" sldId="1375"/>
            <ac:spMk id="15" creationId="{2CCA59F6-32C5-3B77-87A2-12498F12A7A3}"/>
          </ac:spMkLst>
        </pc:spChg>
        <pc:spChg chg="mod">
          <ac:chgData name="Duc Nguyen Ngoc" userId="1ef4b99b-b769-493e-ba0f-e5a3a6c9e87e" providerId="ADAL" clId="{B7607DFD-E900-4C95-BC07-270047441A7A}" dt="2025-11-04T15:52:02.058" v="10891" actId="207"/>
          <ac:spMkLst>
            <pc:docMk/>
            <pc:sldMk cId="3212022023" sldId="1375"/>
            <ac:spMk id="16" creationId="{780E7C77-509E-437F-52C3-55EFFBC877B2}"/>
          </ac:spMkLst>
        </pc:spChg>
        <pc:spChg chg="mod">
          <ac:chgData name="Duc Nguyen Ngoc" userId="1ef4b99b-b769-493e-ba0f-e5a3a6c9e87e" providerId="ADAL" clId="{B7607DFD-E900-4C95-BC07-270047441A7A}" dt="2025-11-04T15:51:59.560" v="10890" actId="207"/>
          <ac:spMkLst>
            <pc:docMk/>
            <pc:sldMk cId="3212022023" sldId="1375"/>
            <ac:spMk id="17" creationId="{64706308-961C-E94B-3381-FE30B264B0B0}"/>
          </ac:spMkLst>
        </pc:spChg>
        <pc:spChg chg="mod">
          <ac:chgData name="Duc Nguyen Ngoc" userId="1ef4b99b-b769-493e-ba0f-e5a3a6c9e87e" providerId="ADAL" clId="{B7607DFD-E900-4C95-BC07-270047441A7A}" dt="2025-11-04T15:52:02.058" v="10891" actId="207"/>
          <ac:spMkLst>
            <pc:docMk/>
            <pc:sldMk cId="3212022023" sldId="1375"/>
            <ac:spMk id="20" creationId="{F8030C57-3A21-1D36-CF63-BBE7976793EA}"/>
          </ac:spMkLst>
        </pc:spChg>
        <pc:spChg chg="mod">
          <ac:chgData name="Duc Nguyen Ngoc" userId="1ef4b99b-b769-493e-ba0f-e5a3a6c9e87e" providerId="ADAL" clId="{B7607DFD-E900-4C95-BC07-270047441A7A}" dt="2025-11-04T15:52:02.058" v="10891" actId="207"/>
          <ac:spMkLst>
            <pc:docMk/>
            <pc:sldMk cId="3212022023" sldId="1375"/>
            <ac:spMk id="23" creationId="{70514018-7F55-B415-BB22-30B005F10C8F}"/>
          </ac:spMkLst>
        </pc:spChg>
        <pc:spChg chg="mod">
          <ac:chgData name="Duc Nguyen Ngoc" userId="1ef4b99b-b769-493e-ba0f-e5a3a6c9e87e" providerId="ADAL" clId="{B7607DFD-E900-4C95-BC07-270047441A7A}" dt="2025-11-04T15:52:02.058" v="10891" actId="207"/>
          <ac:spMkLst>
            <pc:docMk/>
            <pc:sldMk cId="3212022023" sldId="1375"/>
            <ac:spMk id="24" creationId="{9A36A9B4-2EF5-D9DA-A8D8-4EEF7E67C3D1}"/>
          </ac:spMkLst>
        </pc:spChg>
      </pc:sldChg>
      <pc:sldChg chg="modSp add mod ord">
        <pc:chgData name="Duc Nguyen Ngoc" userId="1ef4b99b-b769-493e-ba0f-e5a3a6c9e87e" providerId="ADAL" clId="{B7607DFD-E900-4C95-BC07-270047441A7A}" dt="2025-11-04T15:51:52.525" v="10888" actId="207"/>
        <pc:sldMkLst>
          <pc:docMk/>
          <pc:sldMk cId="968619602" sldId="1376"/>
        </pc:sldMkLst>
        <pc:spChg chg="mod">
          <ac:chgData name="Duc Nguyen Ngoc" userId="1ef4b99b-b769-493e-ba0f-e5a3a6c9e87e" providerId="ADAL" clId="{B7607DFD-E900-4C95-BC07-270047441A7A}" dt="2025-11-04T15:51:52.525" v="10888" actId="207"/>
          <ac:spMkLst>
            <pc:docMk/>
            <pc:sldMk cId="968619602" sldId="1376"/>
            <ac:spMk id="7" creationId="{6ED8CF8C-5C43-56D1-1486-2B000D34C27A}"/>
          </ac:spMkLst>
        </pc:spChg>
        <pc:spChg chg="mod">
          <ac:chgData name="Duc Nguyen Ngoc" userId="1ef4b99b-b769-493e-ba0f-e5a3a6c9e87e" providerId="ADAL" clId="{B7607DFD-E900-4C95-BC07-270047441A7A}" dt="2025-11-04T15:51:52.525" v="10888" actId="207"/>
          <ac:spMkLst>
            <pc:docMk/>
            <pc:sldMk cId="968619602" sldId="1376"/>
            <ac:spMk id="8" creationId="{84AC1319-9462-5549-6CEE-2F7C6C313FE7}"/>
          </ac:spMkLst>
        </pc:spChg>
        <pc:spChg chg="mod">
          <ac:chgData name="Duc Nguyen Ngoc" userId="1ef4b99b-b769-493e-ba0f-e5a3a6c9e87e" providerId="ADAL" clId="{B7607DFD-E900-4C95-BC07-270047441A7A}" dt="2025-11-04T15:51:52.525" v="10888" actId="207"/>
          <ac:spMkLst>
            <pc:docMk/>
            <pc:sldMk cId="968619602" sldId="1376"/>
            <ac:spMk id="15" creationId="{71E489C3-7F17-4C29-49DB-68202DC5771D}"/>
          </ac:spMkLst>
        </pc:spChg>
        <pc:spChg chg="mod">
          <ac:chgData name="Duc Nguyen Ngoc" userId="1ef4b99b-b769-493e-ba0f-e5a3a6c9e87e" providerId="ADAL" clId="{B7607DFD-E900-4C95-BC07-270047441A7A}" dt="2025-11-04T15:51:52.525" v="10888" actId="207"/>
          <ac:spMkLst>
            <pc:docMk/>
            <pc:sldMk cId="968619602" sldId="1376"/>
            <ac:spMk id="17" creationId="{FDC9C7F8-BADD-F274-B373-C2A557879412}"/>
          </ac:spMkLst>
        </pc:spChg>
        <pc:spChg chg="mod">
          <ac:chgData name="Duc Nguyen Ngoc" userId="1ef4b99b-b769-493e-ba0f-e5a3a6c9e87e" providerId="ADAL" clId="{B7607DFD-E900-4C95-BC07-270047441A7A}" dt="2025-11-04T15:51:52.525" v="10888" actId="207"/>
          <ac:spMkLst>
            <pc:docMk/>
            <pc:sldMk cId="968619602" sldId="1376"/>
            <ac:spMk id="23" creationId="{4C41DB98-C410-731C-AAD6-A9484693E573}"/>
          </ac:spMkLst>
        </pc:spChg>
        <pc:spChg chg="mod">
          <ac:chgData name="Duc Nguyen Ngoc" userId="1ef4b99b-b769-493e-ba0f-e5a3a6c9e87e" providerId="ADAL" clId="{B7607DFD-E900-4C95-BC07-270047441A7A}" dt="2025-11-04T15:51:52.525" v="10888" actId="207"/>
          <ac:spMkLst>
            <pc:docMk/>
            <pc:sldMk cId="968619602" sldId="1376"/>
            <ac:spMk id="24" creationId="{5206156D-C9AF-0420-50AE-D89F70488078}"/>
          </ac:spMkLst>
        </pc:spChg>
      </pc:sldChg>
      <pc:sldChg chg="modSp add mod ord">
        <pc:chgData name="Duc Nguyen Ngoc" userId="1ef4b99b-b769-493e-ba0f-e5a3a6c9e87e" providerId="ADAL" clId="{B7607DFD-E900-4C95-BC07-270047441A7A}" dt="2025-11-04T15:51:45.708" v="10887" actId="207"/>
        <pc:sldMkLst>
          <pc:docMk/>
          <pc:sldMk cId="1367400055" sldId="1377"/>
        </pc:sldMkLst>
        <pc:spChg chg="mod">
          <ac:chgData name="Duc Nguyen Ngoc" userId="1ef4b99b-b769-493e-ba0f-e5a3a6c9e87e" providerId="ADAL" clId="{B7607DFD-E900-4C95-BC07-270047441A7A}" dt="2025-11-04T15:51:45.708" v="10887" actId="207"/>
          <ac:spMkLst>
            <pc:docMk/>
            <pc:sldMk cId="1367400055" sldId="1377"/>
            <ac:spMk id="7" creationId="{957DFF57-6002-F929-7A1B-8AEBCC90DCA6}"/>
          </ac:spMkLst>
        </pc:spChg>
        <pc:spChg chg="mod">
          <ac:chgData name="Duc Nguyen Ngoc" userId="1ef4b99b-b769-493e-ba0f-e5a3a6c9e87e" providerId="ADAL" clId="{B7607DFD-E900-4C95-BC07-270047441A7A}" dt="2025-11-04T15:51:45.708" v="10887" actId="207"/>
          <ac:spMkLst>
            <pc:docMk/>
            <pc:sldMk cId="1367400055" sldId="1377"/>
            <ac:spMk id="8" creationId="{4333675B-635A-50E9-CDF0-033A092259C7}"/>
          </ac:spMkLst>
        </pc:spChg>
        <pc:spChg chg="mod">
          <ac:chgData name="Duc Nguyen Ngoc" userId="1ef4b99b-b769-493e-ba0f-e5a3a6c9e87e" providerId="ADAL" clId="{B7607DFD-E900-4C95-BC07-270047441A7A}" dt="2025-11-04T15:51:45.708" v="10887" actId="207"/>
          <ac:spMkLst>
            <pc:docMk/>
            <pc:sldMk cId="1367400055" sldId="1377"/>
            <ac:spMk id="15" creationId="{2E6A0B88-080D-20C7-D66C-98AC6253C2EB}"/>
          </ac:spMkLst>
        </pc:spChg>
        <pc:spChg chg="mod">
          <ac:chgData name="Duc Nguyen Ngoc" userId="1ef4b99b-b769-493e-ba0f-e5a3a6c9e87e" providerId="ADAL" clId="{B7607DFD-E900-4C95-BC07-270047441A7A}" dt="2025-11-04T15:51:45.708" v="10887" actId="207"/>
          <ac:spMkLst>
            <pc:docMk/>
            <pc:sldMk cId="1367400055" sldId="1377"/>
            <ac:spMk id="16" creationId="{13BC4575-FC9A-24A2-F76F-60506049FED2}"/>
          </ac:spMkLst>
        </pc:spChg>
        <pc:spChg chg="mod">
          <ac:chgData name="Duc Nguyen Ngoc" userId="1ef4b99b-b769-493e-ba0f-e5a3a6c9e87e" providerId="ADAL" clId="{B7607DFD-E900-4C95-BC07-270047441A7A}" dt="2025-11-04T15:51:45.708" v="10887" actId="207"/>
          <ac:spMkLst>
            <pc:docMk/>
            <pc:sldMk cId="1367400055" sldId="1377"/>
            <ac:spMk id="17" creationId="{AAB99139-A466-C9C9-C771-7AF5E86B658B}"/>
          </ac:spMkLst>
        </pc:spChg>
        <pc:spChg chg="mod">
          <ac:chgData name="Duc Nguyen Ngoc" userId="1ef4b99b-b769-493e-ba0f-e5a3a6c9e87e" providerId="ADAL" clId="{B7607DFD-E900-4C95-BC07-270047441A7A}" dt="2025-11-04T15:51:45.708" v="10887" actId="207"/>
          <ac:spMkLst>
            <pc:docMk/>
            <pc:sldMk cId="1367400055" sldId="1377"/>
            <ac:spMk id="20" creationId="{F8AAAB7F-A22D-BAF1-227B-AC1193D34CA1}"/>
          </ac:spMkLst>
        </pc:spChg>
      </pc:sldChg>
      <pc:sldChg chg="modSp add mod">
        <pc:chgData name="Duc Nguyen Ngoc" userId="1ef4b99b-b769-493e-ba0f-e5a3a6c9e87e" providerId="ADAL" clId="{B7607DFD-E900-4C95-BC07-270047441A7A}" dt="2025-11-04T15:52:14.837" v="10897" actId="207"/>
        <pc:sldMkLst>
          <pc:docMk/>
          <pc:sldMk cId="42303357" sldId="1378"/>
        </pc:sldMkLst>
        <pc:spChg chg="mod">
          <ac:chgData name="Duc Nguyen Ngoc" userId="1ef4b99b-b769-493e-ba0f-e5a3a6c9e87e" providerId="ADAL" clId="{B7607DFD-E900-4C95-BC07-270047441A7A}" dt="2025-11-04T15:52:14.837" v="10897" actId="207"/>
          <ac:spMkLst>
            <pc:docMk/>
            <pc:sldMk cId="42303357" sldId="1378"/>
            <ac:spMk id="15" creationId="{F8C90F8C-765C-718D-2D55-909C0724535F}"/>
          </ac:spMkLst>
        </pc:spChg>
        <pc:spChg chg="mod">
          <ac:chgData name="Duc Nguyen Ngoc" userId="1ef4b99b-b769-493e-ba0f-e5a3a6c9e87e" providerId="ADAL" clId="{B7607DFD-E900-4C95-BC07-270047441A7A}" dt="2025-11-04T15:52:14.837" v="10897" actId="207"/>
          <ac:spMkLst>
            <pc:docMk/>
            <pc:sldMk cId="42303357" sldId="1378"/>
            <ac:spMk id="16" creationId="{50A8FBB6-8BBF-4CC1-248D-1DF205D4FCAD}"/>
          </ac:spMkLst>
        </pc:spChg>
        <pc:spChg chg="mod">
          <ac:chgData name="Duc Nguyen Ngoc" userId="1ef4b99b-b769-493e-ba0f-e5a3a6c9e87e" providerId="ADAL" clId="{B7607DFD-E900-4C95-BC07-270047441A7A}" dt="2025-11-04T15:52:14.837" v="10897" actId="207"/>
          <ac:spMkLst>
            <pc:docMk/>
            <pc:sldMk cId="42303357" sldId="1378"/>
            <ac:spMk id="17" creationId="{CFE3CE8D-B378-A05C-9ADC-3EA9D3E22A77}"/>
          </ac:spMkLst>
        </pc:spChg>
        <pc:spChg chg="mod">
          <ac:chgData name="Duc Nguyen Ngoc" userId="1ef4b99b-b769-493e-ba0f-e5a3a6c9e87e" providerId="ADAL" clId="{B7607DFD-E900-4C95-BC07-270047441A7A}" dt="2025-11-04T15:52:14.837" v="10897" actId="207"/>
          <ac:spMkLst>
            <pc:docMk/>
            <pc:sldMk cId="42303357" sldId="1378"/>
            <ac:spMk id="20" creationId="{B0040153-AFD1-A0C6-5FEA-D5B9AC36D0CB}"/>
          </ac:spMkLst>
        </pc:spChg>
        <pc:spChg chg="mod">
          <ac:chgData name="Duc Nguyen Ngoc" userId="1ef4b99b-b769-493e-ba0f-e5a3a6c9e87e" providerId="ADAL" clId="{B7607DFD-E900-4C95-BC07-270047441A7A}" dt="2025-11-04T15:52:14.837" v="10897" actId="207"/>
          <ac:spMkLst>
            <pc:docMk/>
            <pc:sldMk cId="42303357" sldId="1378"/>
            <ac:spMk id="23" creationId="{2150D874-3BC4-9B5E-2C4E-79D934CFDDFD}"/>
          </ac:spMkLst>
        </pc:spChg>
        <pc:spChg chg="mod">
          <ac:chgData name="Duc Nguyen Ngoc" userId="1ef4b99b-b769-493e-ba0f-e5a3a6c9e87e" providerId="ADAL" clId="{B7607DFD-E900-4C95-BC07-270047441A7A}" dt="2025-11-04T15:52:14.837" v="10897" actId="207"/>
          <ac:spMkLst>
            <pc:docMk/>
            <pc:sldMk cId="42303357" sldId="1378"/>
            <ac:spMk id="24" creationId="{1B2AFA40-756E-5085-E762-8E82E23FC438}"/>
          </ac:spMkLst>
        </pc:spChg>
      </pc:sldChg>
      <pc:sldChg chg="add del">
        <pc:chgData name="Duc Nguyen Ngoc" userId="1ef4b99b-b769-493e-ba0f-e5a3a6c9e87e" providerId="ADAL" clId="{B7607DFD-E900-4C95-BC07-270047441A7A}" dt="2025-11-04T15:52:09.455" v="10894" actId="2890"/>
        <pc:sldMkLst>
          <pc:docMk/>
          <pc:sldMk cId="3264212999" sldId="1378"/>
        </pc:sldMkLst>
      </pc:sldChg>
    </pc:docChg>
  </pc:docChgLst>
</pc:chgInfo>
</file>

<file path=ppt/comments/modernComment_559_2CEDAB2B.xml><?xml version="1.0" encoding="utf-8"?>
<p188:cmLst xmlns:a="http://schemas.openxmlformats.org/drawingml/2006/main" xmlns:r="http://schemas.openxmlformats.org/officeDocument/2006/relationships" xmlns:p188="http://schemas.microsoft.com/office/powerpoint/2018/8/main">
  <p188:cm id="{C6E1FCD8-281E-4D4E-85E1-458B0D4CD21E}" authorId="{5FBDA1D7-C681-8384-FB38-11FAA4F7C4ED}" created="2025-11-04T15:20:45.063">
    <ac:txMkLst xmlns:ac="http://schemas.microsoft.com/office/drawing/2013/main/command">
      <pc:docMk xmlns:pc="http://schemas.microsoft.com/office/powerpoint/2013/main/command"/>
      <pc:sldMk xmlns:pc="http://schemas.microsoft.com/office/powerpoint/2013/main/command" cId="753773355" sldId="1369"/>
      <ac:spMk id="2" creationId="{BA1779DA-7A17-161E-6A97-D6CAF3ECD08C}"/>
      <ac:txMk cp="50" len="124">
        <ac:context len="175" hash="2937086125"/>
      </ac:txMk>
    </ac:txMkLst>
    <p188:pos x="3266270" y="1163345"/>
    <p188:txBody>
      <a:bodyPr/>
      <a:lstStyle/>
      <a:p>
        <a:r>
          <a:rPr lang="en-GB"/>
          <a:t>Giang check xem mô hình này trọng số tiền huấn luyện như nào nhé</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A9ACCC-FC80-7CD1-19F3-0604207954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338DD7C-2096-04C6-608B-9006A196AE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D70903-2C13-4EBC-8EEF-520E8399B097}" type="datetimeFigureOut">
              <a:rPr lang="en-US" smtClean="0"/>
              <a:t>11/4/2025</a:t>
            </a:fld>
            <a:endParaRPr lang="en-US"/>
          </a:p>
        </p:txBody>
      </p:sp>
      <p:sp>
        <p:nvSpPr>
          <p:cNvPr id="4" name="Footer Placeholder 3">
            <a:extLst>
              <a:ext uri="{FF2B5EF4-FFF2-40B4-BE49-F238E27FC236}">
                <a16:creationId xmlns:a16="http://schemas.microsoft.com/office/drawing/2014/main" id="{F68425BE-FDE2-BB48-E362-08C6ACFF5A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878903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0E310-0CF2-4038-875F-81439E4C12AD}"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45A83E-C447-4F20-A22D-FCE7713DA669}" type="slidenum">
              <a:rPr lang="en-US" smtClean="0"/>
              <a:t>‹#›</a:t>
            </a:fld>
            <a:endParaRPr lang="en-US"/>
          </a:p>
        </p:txBody>
      </p:sp>
    </p:spTree>
    <p:extLst>
      <p:ext uri="{BB962C8B-B14F-4D97-AF65-F5344CB8AC3E}">
        <p14:creationId xmlns:p14="http://schemas.microsoft.com/office/powerpoint/2010/main" val="1055602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E345A83E-C447-4F20-A22D-FCE7713DA669}" type="slidenum">
              <a:rPr lang="en-US" smtClean="0"/>
              <a:t>1</a:t>
            </a:fld>
            <a:endParaRPr lang="en-US"/>
          </a:p>
        </p:txBody>
      </p:sp>
    </p:spTree>
    <p:extLst>
      <p:ext uri="{BB962C8B-B14F-4D97-AF65-F5344CB8AC3E}">
        <p14:creationId xmlns:p14="http://schemas.microsoft.com/office/powerpoint/2010/main" val="3515363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4FEDE-C70B-D651-60F1-3E0C0233E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F83B8-2190-7F11-A8A7-130DC0922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B04C1-A42E-27E0-688B-A376505539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3B13313-78CC-E310-F34D-EE021F96C7C9}"/>
              </a:ext>
            </a:extLst>
          </p:cNvPr>
          <p:cNvSpPr>
            <a:spLocks noGrp="1"/>
          </p:cNvSpPr>
          <p:nvPr>
            <p:ph type="sldNum" sz="quarter" idx="5"/>
          </p:nvPr>
        </p:nvSpPr>
        <p:spPr/>
        <p:txBody>
          <a:bodyPr/>
          <a:lstStyle/>
          <a:p>
            <a:fld id="{E345A83E-C447-4F20-A22D-FCE7713DA669}" type="slidenum">
              <a:rPr lang="en-US" smtClean="0"/>
              <a:t>2</a:t>
            </a:fld>
            <a:endParaRPr lang="en-US"/>
          </a:p>
        </p:txBody>
      </p:sp>
    </p:spTree>
    <p:extLst>
      <p:ext uri="{BB962C8B-B14F-4D97-AF65-F5344CB8AC3E}">
        <p14:creationId xmlns:p14="http://schemas.microsoft.com/office/powerpoint/2010/main" val="2777257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63EE8-8BBE-091E-7709-FA52D2268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A5145-0770-EF19-795A-1C74D20C5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F9AEA-D375-FDDD-C034-AE86C5E0C7F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F66CBDD-F797-21C1-9C4C-71C3D859E62D}"/>
              </a:ext>
            </a:extLst>
          </p:cNvPr>
          <p:cNvSpPr>
            <a:spLocks noGrp="1"/>
          </p:cNvSpPr>
          <p:nvPr>
            <p:ph type="sldNum" sz="quarter" idx="5"/>
          </p:nvPr>
        </p:nvSpPr>
        <p:spPr/>
        <p:txBody>
          <a:bodyPr/>
          <a:lstStyle/>
          <a:p>
            <a:fld id="{E345A83E-C447-4F20-A22D-FCE7713DA669}" type="slidenum">
              <a:rPr lang="en-US" smtClean="0"/>
              <a:t>3</a:t>
            </a:fld>
            <a:endParaRPr lang="en-US"/>
          </a:p>
        </p:txBody>
      </p:sp>
    </p:spTree>
    <p:extLst>
      <p:ext uri="{BB962C8B-B14F-4D97-AF65-F5344CB8AC3E}">
        <p14:creationId xmlns:p14="http://schemas.microsoft.com/office/powerpoint/2010/main" val="2091830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03BEC-172A-5A85-DC39-94D43F0FD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FF25B-054D-BDED-DE10-7ACF9B360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949B2-726C-9CF1-5CFB-DB2EB015FF7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F0AB97-04F0-1741-B203-D5D508CA2CDE}"/>
              </a:ext>
            </a:extLst>
          </p:cNvPr>
          <p:cNvSpPr>
            <a:spLocks noGrp="1"/>
          </p:cNvSpPr>
          <p:nvPr>
            <p:ph type="sldNum" sz="quarter" idx="5"/>
          </p:nvPr>
        </p:nvSpPr>
        <p:spPr/>
        <p:txBody>
          <a:bodyPr/>
          <a:lstStyle/>
          <a:p>
            <a:fld id="{E345A83E-C447-4F20-A22D-FCE7713DA669}" type="slidenum">
              <a:rPr lang="en-US" smtClean="0"/>
              <a:t>6</a:t>
            </a:fld>
            <a:endParaRPr lang="en-US"/>
          </a:p>
        </p:txBody>
      </p:sp>
    </p:spTree>
    <p:extLst>
      <p:ext uri="{BB962C8B-B14F-4D97-AF65-F5344CB8AC3E}">
        <p14:creationId xmlns:p14="http://schemas.microsoft.com/office/powerpoint/2010/main" val="3358818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2338-5839-4CC5-BF4A-23464E7D1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619C2-71F0-09A2-8815-59BCFAB9C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4E7841-867B-E69A-E355-F7E3A595527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488FA85-B8EC-D936-4079-E3613015408D}"/>
              </a:ext>
            </a:extLst>
          </p:cNvPr>
          <p:cNvSpPr>
            <a:spLocks noGrp="1"/>
          </p:cNvSpPr>
          <p:nvPr>
            <p:ph type="sldNum" sz="quarter" idx="5"/>
          </p:nvPr>
        </p:nvSpPr>
        <p:spPr/>
        <p:txBody>
          <a:bodyPr/>
          <a:lstStyle/>
          <a:p>
            <a:fld id="{E345A83E-C447-4F20-A22D-FCE7713DA669}" type="slidenum">
              <a:rPr lang="en-US" smtClean="0"/>
              <a:t>9</a:t>
            </a:fld>
            <a:endParaRPr lang="en-US"/>
          </a:p>
        </p:txBody>
      </p:sp>
    </p:spTree>
    <p:extLst>
      <p:ext uri="{BB962C8B-B14F-4D97-AF65-F5344CB8AC3E}">
        <p14:creationId xmlns:p14="http://schemas.microsoft.com/office/powerpoint/2010/main" val="551309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64788-1D6E-DE60-E323-689472B23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23FB5-D172-E569-296A-8536195AD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7A66E-D920-0DED-CCE3-1DF5876CA1B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6D12785-8705-E760-11D1-09D25006B6F3}"/>
              </a:ext>
            </a:extLst>
          </p:cNvPr>
          <p:cNvSpPr>
            <a:spLocks noGrp="1"/>
          </p:cNvSpPr>
          <p:nvPr>
            <p:ph type="sldNum" sz="quarter" idx="5"/>
          </p:nvPr>
        </p:nvSpPr>
        <p:spPr/>
        <p:txBody>
          <a:bodyPr/>
          <a:lstStyle/>
          <a:p>
            <a:fld id="{E345A83E-C447-4F20-A22D-FCE7713DA669}" type="slidenum">
              <a:rPr lang="en-US" smtClean="0"/>
              <a:t>29</a:t>
            </a:fld>
            <a:endParaRPr lang="en-US"/>
          </a:p>
        </p:txBody>
      </p:sp>
    </p:spTree>
    <p:extLst>
      <p:ext uri="{BB962C8B-B14F-4D97-AF65-F5344CB8AC3E}">
        <p14:creationId xmlns:p14="http://schemas.microsoft.com/office/powerpoint/2010/main" val="17546770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6167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712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7F10463-605A-9D8E-9BDB-748E650746F4}"/>
              </a:ext>
            </a:extLst>
          </p:cNvPr>
          <p:cNvSpPr/>
          <p:nvPr userDrawn="1"/>
        </p:nvSpPr>
        <p:spPr>
          <a:xfrm>
            <a:off x="3574473" y="0"/>
            <a:ext cx="8617527" cy="6856661"/>
          </a:xfrm>
          <a:custGeom>
            <a:avLst/>
            <a:gdLst>
              <a:gd name="connsiteX0" fmla="*/ 0 w 7259782"/>
              <a:gd name="connsiteY0" fmla="*/ 0 h 6856661"/>
              <a:gd name="connsiteX1" fmla="*/ 7259782 w 7259782"/>
              <a:gd name="connsiteY1" fmla="*/ 0 h 6856661"/>
              <a:gd name="connsiteX2" fmla="*/ 7259782 w 7259782"/>
              <a:gd name="connsiteY2" fmla="*/ 6856661 h 6856661"/>
              <a:gd name="connsiteX3" fmla="*/ 0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09091 w 7259782"/>
              <a:gd name="connsiteY3" fmla="*/ 6838188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18327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586182 w 7259782"/>
              <a:gd name="connsiteY3" fmla="*/ 682895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1971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4742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798618 w 7259782"/>
              <a:gd name="connsiteY3" fmla="*/ 6856661 h 6856661"/>
              <a:gd name="connsiteX4" fmla="*/ 0 w 7259782"/>
              <a:gd name="connsiteY4" fmla="*/ 0 h 685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9782" h="6856661">
                <a:moveTo>
                  <a:pt x="0" y="0"/>
                </a:moveTo>
                <a:lnTo>
                  <a:pt x="7259782" y="0"/>
                </a:lnTo>
                <a:lnTo>
                  <a:pt x="7259782" y="6856661"/>
                </a:lnTo>
                <a:lnTo>
                  <a:pt x="2798618" y="6856661"/>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Body)"/>
            </a:endParaRPr>
          </a:p>
        </p:txBody>
      </p:sp>
    </p:spTree>
    <p:extLst>
      <p:ext uri="{BB962C8B-B14F-4D97-AF65-F5344CB8AC3E}">
        <p14:creationId xmlns:p14="http://schemas.microsoft.com/office/powerpoint/2010/main" val="2606216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6295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7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980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D940-6F83-2239-77A5-4EB412A4728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A6A93B-A3E8-726A-C938-B4C307F1CE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8" name="Straight Connector 7">
            <a:extLst>
              <a:ext uri="{FF2B5EF4-FFF2-40B4-BE49-F238E27FC236}">
                <a16:creationId xmlns:a16="http://schemas.microsoft.com/office/drawing/2014/main" id="{F3DBD02E-FA9B-03F2-A37B-068C6C02CE36}"/>
              </a:ext>
            </a:extLst>
          </p:cNvPr>
          <p:cNvCxnSpPr/>
          <p:nvPr userDrawn="1"/>
        </p:nvCxnSpPr>
        <p:spPr>
          <a:xfrm>
            <a:off x="568900" y="1168121"/>
            <a:ext cx="10972800" cy="0"/>
          </a:xfrm>
          <a:prstGeom prst="line">
            <a:avLst/>
          </a:prstGeom>
          <a:ln w="28575">
            <a:solidFill>
              <a:srgbClr val="14325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4348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D72A1-08F0-CDE9-96CD-97E66642766F}"/>
              </a:ext>
            </a:extLst>
          </p:cNvPr>
          <p:cNvSpPr>
            <a:spLocks noGrp="1"/>
          </p:cNvSpPr>
          <p:nvPr>
            <p:ph idx="1"/>
          </p:nvPr>
        </p:nvSpPr>
        <p:spPr>
          <a:xfrm>
            <a:off x="540621" y="1206631"/>
            <a:ext cx="11001080" cy="4970332"/>
          </a:xfrm>
        </p:spPr>
        <p:txBody>
          <a:bodyPr/>
          <a:lstStyle>
            <a:lvl1pPr>
              <a:lnSpc>
                <a:spcPct val="114000"/>
              </a:lnSpc>
              <a:spcBef>
                <a:spcPts val="600"/>
              </a:spcBef>
              <a:spcAft>
                <a:spcPts val="600"/>
              </a:spcAft>
              <a:defRPr/>
            </a:lvl1pPr>
            <a:lvl2pPr>
              <a:lnSpc>
                <a:spcPct val="114000"/>
              </a:lnSpc>
              <a:spcBef>
                <a:spcPts val="600"/>
              </a:spcBef>
              <a:spcAft>
                <a:spcPts val="600"/>
              </a:spcAft>
              <a:defRPr/>
            </a:lvl2pPr>
            <a:lvl3pPr>
              <a:lnSpc>
                <a:spcPct val="114000"/>
              </a:lnSpc>
              <a:spcBef>
                <a:spcPts val="600"/>
              </a:spcBef>
              <a:spcAft>
                <a:spcPts val="600"/>
              </a:spcAft>
              <a:defRPr/>
            </a:lvl3pPr>
            <a:lvl4pPr>
              <a:lnSpc>
                <a:spcPct val="114000"/>
              </a:lnSpc>
              <a:spcBef>
                <a:spcPts val="600"/>
              </a:spcBef>
              <a:spcAft>
                <a:spcPts val="600"/>
              </a:spcAft>
              <a:defRPr/>
            </a:lvl4pPr>
            <a:lvl5pPr>
              <a:lnSpc>
                <a:spcPct val="114000"/>
              </a:lnSpc>
              <a:spcBef>
                <a:spcPts val="60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8676D5FC-2FE9-07B2-9A78-47E5713B231D}"/>
              </a:ext>
            </a:extLst>
          </p:cNvPr>
          <p:cNvSpPr>
            <a:spLocks noGrp="1"/>
          </p:cNvSpPr>
          <p:nvPr>
            <p:ph type="title"/>
          </p:nvPr>
        </p:nvSpPr>
        <p:spPr/>
        <p:txBody>
          <a:bodyPr/>
          <a:lstStyle>
            <a:lvl1pPr>
              <a:lnSpc>
                <a:spcPct val="114000"/>
              </a:lnSpc>
              <a:defRPr/>
            </a:lvl1pPr>
          </a:lstStyle>
          <a:p>
            <a:r>
              <a:rPr lang="en-US"/>
              <a:t>Click to edit Master title style</a:t>
            </a:r>
          </a:p>
        </p:txBody>
      </p:sp>
    </p:spTree>
    <p:extLst>
      <p:ext uri="{BB962C8B-B14F-4D97-AF65-F5344CB8AC3E}">
        <p14:creationId xmlns:p14="http://schemas.microsoft.com/office/powerpoint/2010/main" val="3667756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3DDF5-49FC-8DB6-536D-5EAEA359682A}"/>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1BB5BE-958A-AAD0-2938-2F2E972480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90213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66FA5A-5697-2CF9-D28C-88AADC0C0D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9B8AA1-2AF8-FD57-27B1-146E92BCED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456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08E5C4-8F37-3ACB-227D-DDC54A92DC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451C8E-076D-4A6B-B197-9A925F83BC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8ADB42-DAA9-87E9-7561-884EE57B07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0D6CB7-4367-94A5-9BA9-1984B02BB7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6848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670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8053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DDEB0-41CB-8E8A-65FF-974C97195170}"/>
              </a:ext>
            </a:extLst>
          </p:cNvPr>
          <p:cNvSpPr>
            <a:spLocks noGrp="1"/>
          </p:cNvSpPr>
          <p:nvPr>
            <p:ph type="title"/>
          </p:nvPr>
        </p:nvSpPr>
        <p:spPr>
          <a:xfrm>
            <a:off x="839788" y="1320800"/>
            <a:ext cx="3932237" cy="1043709"/>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E00514-2460-70B4-7226-62A7975800BC}"/>
              </a:ext>
            </a:extLst>
          </p:cNvPr>
          <p:cNvSpPr>
            <a:spLocks noGrp="1"/>
          </p:cNvSpPr>
          <p:nvPr>
            <p:ph idx="1"/>
          </p:nvPr>
        </p:nvSpPr>
        <p:spPr>
          <a:xfrm>
            <a:off x="5183188" y="1320800"/>
            <a:ext cx="6172200" cy="4540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26324F-0FB5-8A41-FDE1-90C199E85D99}"/>
              </a:ext>
            </a:extLst>
          </p:cNvPr>
          <p:cNvSpPr>
            <a:spLocks noGrp="1"/>
          </p:cNvSpPr>
          <p:nvPr>
            <p:ph type="body" sz="half" idx="2"/>
          </p:nvPr>
        </p:nvSpPr>
        <p:spPr>
          <a:xfrm>
            <a:off x="839788" y="2364510"/>
            <a:ext cx="3932237" cy="350447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10625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1750-AE96-71F2-5E9C-0B8686C708DA}"/>
              </a:ext>
            </a:extLst>
          </p:cNvPr>
          <p:cNvSpPr>
            <a:spLocks noGrp="1"/>
          </p:cNvSpPr>
          <p:nvPr>
            <p:ph type="title"/>
          </p:nvPr>
        </p:nvSpPr>
        <p:spPr>
          <a:xfrm>
            <a:off x="839788" y="1339274"/>
            <a:ext cx="3932237" cy="960582"/>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17ECD9-6348-1AAA-79D6-934770E5E90A}"/>
              </a:ext>
            </a:extLst>
          </p:cNvPr>
          <p:cNvSpPr>
            <a:spLocks noGrp="1"/>
          </p:cNvSpPr>
          <p:nvPr>
            <p:ph type="pic" idx="1"/>
          </p:nvPr>
        </p:nvSpPr>
        <p:spPr>
          <a:xfrm>
            <a:off x="5183188" y="1339273"/>
            <a:ext cx="6172200" cy="45217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1320AA-D4A0-581B-120E-76B0EF28B66B}"/>
              </a:ext>
            </a:extLst>
          </p:cNvPr>
          <p:cNvSpPr>
            <a:spLocks noGrp="1"/>
          </p:cNvSpPr>
          <p:nvPr>
            <p:ph type="body" sz="half" idx="2"/>
          </p:nvPr>
        </p:nvSpPr>
        <p:spPr>
          <a:xfrm>
            <a:off x="839788" y="2299856"/>
            <a:ext cx="3932237" cy="35691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6124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FB8E-7C7E-D33E-1DBF-C4D549BB44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11A5A8-2B19-A4C5-54FD-1623C7A9E0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57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D289C7-2469-2436-17DA-0E3C528AD54E}"/>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3DBA91-E93E-8E5B-73CF-10192F59FD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145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4592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7F10463-605A-9D8E-9BDB-748E650746F4}"/>
              </a:ext>
            </a:extLst>
          </p:cNvPr>
          <p:cNvSpPr/>
          <p:nvPr userDrawn="1"/>
        </p:nvSpPr>
        <p:spPr>
          <a:xfrm>
            <a:off x="3574473" y="0"/>
            <a:ext cx="8617527" cy="6856661"/>
          </a:xfrm>
          <a:custGeom>
            <a:avLst/>
            <a:gdLst>
              <a:gd name="connsiteX0" fmla="*/ 0 w 7259782"/>
              <a:gd name="connsiteY0" fmla="*/ 0 h 6856661"/>
              <a:gd name="connsiteX1" fmla="*/ 7259782 w 7259782"/>
              <a:gd name="connsiteY1" fmla="*/ 0 h 6856661"/>
              <a:gd name="connsiteX2" fmla="*/ 7259782 w 7259782"/>
              <a:gd name="connsiteY2" fmla="*/ 6856661 h 6856661"/>
              <a:gd name="connsiteX3" fmla="*/ 0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09091 w 7259782"/>
              <a:gd name="connsiteY3" fmla="*/ 6838188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318327 w 7259782"/>
              <a:gd name="connsiteY3" fmla="*/ 685666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586182 w 7259782"/>
              <a:gd name="connsiteY3" fmla="*/ 6828951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1971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807854 w 7259782"/>
              <a:gd name="connsiteY3" fmla="*/ 6847425 h 6856661"/>
              <a:gd name="connsiteX4" fmla="*/ 0 w 7259782"/>
              <a:gd name="connsiteY4" fmla="*/ 0 h 6856661"/>
              <a:gd name="connsiteX0" fmla="*/ 0 w 7259782"/>
              <a:gd name="connsiteY0" fmla="*/ 0 h 6856661"/>
              <a:gd name="connsiteX1" fmla="*/ 7259782 w 7259782"/>
              <a:gd name="connsiteY1" fmla="*/ 0 h 6856661"/>
              <a:gd name="connsiteX2" fmla="*/ 7259782 w 7259782"/>
              <a:gd name="connsiteY2" fmla="*/ 6856661 h 6856661"/>
              <a:gd name="connsiteX3" fmla="*/ 2798618 w 7259782"/>
              <a:gd name="connsiteY3" fmla="*/ 6856661 h 6856661"/>
              <a:gd name="connsiteX4" fmla="*/ 0 w 7259782"/>
              <a:gd name="connsiteY4" fmla="*/ 0 h 6856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9782" h="6856661">
                <a:moveTo>
                  <a:pt x="0" y="0"/>
                </a:moveTo>
                <a:lnTo>
                  <a:pt x="7259782" y="0"/>
                </a:lnTo>
                <a:lnTo>
                  <a:pt x="7259782" y="6856661"/>
                </a:lnTo>
                <a:lnTo>
                  <a:pt x="2798618" y="6856661"/>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Body)"/>
            </a:endParaRPr>
          </a:p>
        </p:txBody>
      </p:sp>
    </p:spTree>
    <p:extLst>
      <p:ext uri="{BB962C8B-B14F-4D97-AF65-F5344CB8AC3E}">
        <p14:creationId xmlns:p14="http://schemas.microsoft.com/office/powerpoint/2010/main" val="1183501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6" Type="http://schemas.openxmlformats.org/officeDocument/2006/relationships/hyperlink" Target="https://ezadvisorselect.fpts.com.vn/" TargetMode="Externa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hyperlink" Target="http://www.fpts.com.vn/" TargetMode="Externa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005735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72" r:id="rId3"/>
    <p:sldLayoutId id="2147483670" r:id="rId4"/>
    <p:sldLayoutId id="2147483671" r:id="rId5"/>
    <p:sldLayoutId id="2147483685" r:id="rId6"/>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E6EDFA-B849-235E-02C0-81ADE609C83A}"/>
              </a:ext>
            </a:extLst>
          </p:cNvPr>
          <p:cNvSpPr>
            <a:spLocks noGrp="1"/>
          </p:cNvSpPr>
          <p:nvPr>
            <p:ph type="body" idx="1"/>
          </p:nvPr>
        </p:nvSpPr>
        <p:spPr>
          <a:xfrm>
            <a:off x="610951" y="1366229"/>
            <a:ext cx="10930749" cy="481073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C9EA67D-660D-CA1B-ABDA-F7CA4607D0E6}"/>
              </a:ext>
            </a:extLst>
          </p:cNvPr>
          <p:cNvCxnSpPr/>
          <p:nvPr userDrawn="1"/>
        </p:nvCxnSpPr>
        <p:spPr>
          <a:xfrm>
            <a:off x="610951" y="6352540"/>
            <a:ext cx="10972800" cy="0"/>
          </a:xfrm>
          <a:prstGeom prst="line">
            <a:avLst/>
          </a:prstGeom>
          <a:ln w="28575">
            <a:solidFill>
              <a:srgbClr val="14325A"/>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EC34A76-E368-6DCD-5354-99BD23599789}"/>
              </a:ext>
            </a:extLst>
          </p:cNvPr>
          <p:cNvSpPr txBox="1"/>
          <p:nvPr userDrawn="1"/>
        </p:nvSpPr>
        <p:spPr>
          <a:xfrm>
            <a:off x="636351" y="6479528"/>
            <a:ext cx="3732449" cy="261610"/>
          </a:xfrm>
          <a:prstGeom prst="rect">
            <a:avLst/>
          </a:prstGeom>
          <a:noFill/>
        </p:spPr>
        <p:txBody>
          <a:bodyPr wrap="square" lIns="0" tIns="0" rIns="0" bIns="0" rtlCol="0">
            <a:spAutoFit/>
          </a:bodyPr>
          <a:lstStyle/>
          <a:p>
            <a:pPr algn="l"/>
            <a:r>
              <a:rPr lang="en-US" sz="1700">
                <a:solidFill>
                  <a:srgbClr val="14325A"/>
                </a:solidFill>
                <a:latin typeface="Roboto" panose="02000000000000000000" pitchFamily="2" charset="0"/>
                <a:ea typeface="Roboto" panose="02000000000000000000" pitchFamily="2" charset="0"/>
                <a:hlinkClick r:id="rId15">
                  <a:extLst>
                    <a:ext uri="{A12FA001-AC4F-418D-AE19-62706E023703}">
                      <ahyp:hlinkClr xmlns:ahyp="http://schemas.microsoft.com/office/drawing/2018/hyperlinkcolor" val="tx"/>
                    </a:ext>
                  </a:extLst>
                </a:hlinkClick>
              </a:rPr>
              <a:t>www.fpts.com.vn</a:t>
            </a:r>
            <a:endParaRPr lang="en-US" sz="1700">
              <a:solidFill>
                <a:srgbClr val="14325A"/>
              </a:solidFill>
              <a:latin typeface="Roboto" panose="02000000000000000000" pitchFamily="2" charset="0"/>
              <a:ea typeface="Roboto" panose="02000000000000000000" pitchFamily="2" charset="0"/>
            </a:endParaRPr>
          </a:p>
        </p:txBody>
      </p:sp>
      <p:sp>
        <p:nvSpPr>
          <p:cNvPr id="9" name="TextBox 8">
            <a:extLst>
              <a:ext uri="{FF2B5EF4-FFF2-40B4-BE49-F238E27FC236}">
                <a16:creationId xmlns:a16="http://schemas.microsoft.com/office/drawing/2014/main" id="{B118D99C-031B-174F-8AE3-8BBC109B38F2}"/>
              </a:ext>
            </a:extLst>
          </p:cNvPr>
          <p:cNvSpPr txBox="1"/>
          <p:nvPr userDrawn="1"/>
        </p:nvSpPr>
        <p:spPr>
          <a:xfrm>
            <a:off x="7823200" y="6479528"/>
            <a:ext cx="3732449" cy="261610"/>
          </a:xfrm>
          <a:prstGeom prst="rect">
            <a:avLst/>
          </a:prstGeom>
          <a:noFill/>
        </p:spPr>
        <p:txBody>
          <a:bodyPr wrap="square" lIns="0" tIns="0" rIns="0" bIns="0" rtlCol="0">
            <a:spAutoFit/>
          </a:bodyPr>
          <a:lstStyle/>
          <a:p>
            <a:pPr algn="r"/>
            <a:r>
              <a:rPr lang="en-US" sz="1700">
                <a:solidFill>
                  <a:srgbClr val="14325A"/>
                </a:solidFill>
                <a:latin typeface="Roboto" panose="02000000000000000000" pitchFamily="2" charset="0"/>
                <a:ea typeface="Roboto" panose="02000000000000000000" pitchFamily="2" charset="0"/>
                <a:hlinkClick r:id="rId16">
                  <a:extLst>
                    <a:ext uri="{A12FA001-AC4F-418D-AE19-62706E023703}">
                      <ahyp:hlinkClr xmlns:ahyp="http://schemas.microsoft.com/office/drawing/2018/hyperlinkcolor" val="tx"/>
                    </a:ext>
                  </a:extLst>
                </a:hlinkClick>
              </a:rPr>
              <a:t>https://ezadvisorselect.fpts.com.vn</a:t>
            </a:r>
            <a:endParaRPr lang="en-US" sz="1700">
              <a:solidFill>
                <a:srgbClr val="14325A"/>
              </a:solidFill>
              <a:latin typeface="Roboto" panose="02000000000000000000" pitchFamily="2" charset="0"/>
              <a:ea typeface="Roboto" panose="02000000000000000000" pitchFamily="2" charset="0"/>
            </a:endParaRPr>
          </a:p>
        </p:txBody>
      </p:sp>
      <p:cxnSp>
        <p:nvCxnSpPr>
          <p:cNvPr id="11" name="Straight Connector 10">
            <a:extLst>
              <a:ext uri="{FF2B5EF4-FFF2-40B4-BE49-F238E27FC236}">
                <a16:creationId xmlns:a16="http://schemas.microsoft.com/office/drawing/2014/main" id="{16C5AA88-0E36-EE56-05ED-CD629B14F6ED}"/>
              </a:ext>
            </a:extLst>
          </p:cNvPr>
          <p:cNvCxnSpPr>
            <a:cxnSpLocks/>
          </p:cNvCxnSpPr>
          <p:nvPr userDrawn="1"/>
        </p:nvCxnSpPr>
        <p:spPr>
          <a:xfrm>
            <a:off x="568900" y="1025881"/>
            <a:ext cx="10972800" cy="0"/>
          </a:xfrm>
          <a:prstGeom prst="line">
            <a:avLst/>
          </a:prstGeom>
          <a:ln w="28575">
            <a:solidFill>
              <a:srgbClr val="14325A"/>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754C43BB-D4ED-1592-AF8D-6D509FB1296C}"/>
              </a:ext>
            </a:extLst>
          </p:cNvPr>
          <p:cNvSpPr txBox="1">
            <a:spLocks/>
          </p:cNvSpPr>
          <p:nvPr userDrawn="1"/>
        </p:nvSpPr>
        <p:spPr>
          <a:xfrm>
            <a:off x="4125842" y="295564"/>
            <a:ext cx="7227958" cy="62770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endParaRPr lang="en-US" sz="2400" b="1">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5" name="Title Placeholder 14">
            <a:extLst>
              <a:ext uri="{FF2B5EF4-FFF2-40B4-BE49-F238E27FC236}">
                <a16:creationId xmlns:a16="http://schemas.microsoft.com/office/drawing/2014/main" id="{CDF6A558-0C3A-45B3-40B5-0BD445EC774A}"/>
              </a:ext>
            </a:extLst>
          </p:cNvPr>
          <p:cNvSpPr>
            <a:spLocks noGrp="1"/>
          </p:cNvSpPr>
          <p:nvPr>
            <p:ph type="title"/>
          </p:nvPr>
        </p:nvSpPr>
        <p:spPr>
          <a:xfrm>
            <a:off x="568900" y="222885"/>
            <a:ext cx="10972800" cy="62770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25197780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6" r:id="rId12"/>
    <p:sldLayoutId id="2147483687" r:id="rId13"/>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txStyles>
    <p:titleStyle>
      <a:lvl1pPr algn="r" defTabSz="914400" rtl="0" eaLnBrk="1" latinLnBrk="0" hangingPunct="1">
        <a:lnSpc>
          <a:spcPct val="90000"/>
        </a:lnSpc>
        <a:spcBef>
          <a:spcPct val="0"/>
        </a:spcBef>
        <a:buNone/>
        <a:defRPr sz="2800" b="1" kern="1200">
          <a:solidFill>
            <a:srgbClr val="14325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competitions/histopathologic-cancer-detection/overview"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8/10/relationships/comments" Target="../comments/modernComment_559_2CEDAB2B.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2894AB-D42D-4C72-AF38-625276C2FFA8}"/>
              </a:ext>
            </a:extLst>
          </p:cNvPr>
          <p:cNvSpPr/>
          <p:nvPr/>
        </p:nvSpPr>
        <p:spPr>
          <a:xfrm>
            <a:off x="-1" y="4525818"/>
            <a:ext cx="12192001" cy="2332182"/>
          </a:xfrm>
          <a:prstGeom prst="rect">
            <a:avLst/>
          </a:prstGeom>
          <a:solidFill>
            <a:srgbClr val="14325A">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맑은 고딕"/>
              <a:cs typeface="+mn-cs"/>
            </a:endParaRPr>
          </a:p>
        </p:txBody>
      </p:sp>
      <p:sp>
        <p:nvSpPr>
          <p:cNvPr id="10" name="TextBox 9">
            <a:extLst>
              <a:ext uri="{FF2B5EF4-FFF2-40B4-BE49-F238E27FC236}">
                <a16:creationId xmlns:a16="http://schemas.microsoft.com/office/drawing/2014/main" id="{493694D8-8CF5-4FE1-B692-77DAC5112306}"/>
              </a:ext>
            </a:extLst>
          </p:cNvPr>
          <p:cNvSpPr txBox="1"/>
          <p:nvPr/>
        </p:nvSpPr>
        <p:spPr>
          <a:xfrm>
            <a:off x="1" y="4587372"/>
            <a:ext cx="12191999" cy="954107"/>
          </a:xfrm>
          <a:prstGeom prst="rect">
            <a:avLst/>
          </a:prstGeom>
          <a:noFill/>
        </p:spPr>
        <p:txBody>
          <a:bodyPr wrap="square" rtlCol="0" anchor="ctr">
            <a:spAutoFit/>
          </a:bodyPr>
          <a:lstStyle/>
          <a:p>
            <a:pPr lvl="0" algn="ctr">
              <a:defRPr/>
            </a:pPr>
            <a:r>
              <a:rPr lang="en-US" altLang="ko-KR" sz="2800" b="1">
                <a:solidFill>
                  <a:prstClr val="white"/>
                </a:solidFill>
                <a:latin typeface="Arial"/>
                <a:ea typeface="맑은 고딕"/>
                <a:cs typeface="Arial" pitchFamily="34" charset="0"/>
              </a:rPr>
              <a:t>HỌC SÂU VÀ ỨNG DỤNG TRONG BÀI TOÁN ẢNH</a:t>
            </a:r>
          </a:p>
          <a:p>
            <a:pPr lvl="0" algn="ctr">
              <a:defRPr/>
            </a:pPr>
            <a:r>
              <a:rPr lang="en-US" altLang="ko-KR" sz="2800" b="1">
                <a:solidFill>
                  <a:prstClr val="white"/>
                </a:solidFill>
                <a:latin typeface="Arial"/>
                <a:ea typeface="맑은 고딕"/>
                <a:cs typeface="Arial" pitchFamily="34" charset="0"/>
              </a:rPr>
              <a:t>PHÁT HIỆN TẾ BÀO UNG THƯ</a:t>
            </a:r>
            <a:endParaRPr lang="ko-KR" altLang="en-US" sz="1600" i="1">
              <a:solidFill>
                <a:prstClr val="white"/>
              </a:solidFill>
              <a:latin typeface="Arial"/>
              <a:ea typeface="맑은 고딕"/>
              <a:cs typeface="Arial" pitchFamily="34" charset="0"/>
            </a:endParaRPr>
          </a:p>
        </p:txBody>
      </p:sp>
      <p:sp>
        <p:nvSpPr>
          <p:cNvPr id="11" name="TextBox 10">
            <a:extLst>
              <a:ext uri="{FF2B5EF4-FFF2-40B4-BE49-F238E27FC236}">
                <a16:creationId xmlns:a16="http://schemas.microsoft.com/office/drawing/2014/main" id="{ADF0DB56-26DE-4005-902B-2E68ACC2F5A6}"/>
              </a:ext>
            </a:extLst>
          </p:cNvPr>
          <p:cNvSpPr txBox="1"/>
          <p:nvPr/>
        </p:nvSpPr>
        <p:spPr>
          <a:xfrm>
            <a:off x="-2" y="5758123"/>
            <a:ext cx="5470636" cy="830997"/>
          </a:xfrm>
          <a:prstGeom prst="rect">
            <a:avLst/>
          </a:prstGeom>
          <a:noFill/>
        </p:spPr>
        <p:txBody>
          <a:bodyPr wrap="square" lIns="91440" tIns="45720" rIns="91440" bIns="45720" rtlCol="0" anchor="t">
            <a:spAutoFit/>
          </a:bodyPr>
          <a:lstStyle/>
          <a:p>
            <a:pPr lvl="0" algn="r">
              <a:defRPr/>
            </a:pPr>
            <a:r>
              <a:rPr lang="en-US" altLang="ko-KR" sz="1600" b="1">
                <a:solidFill>
                  <a:prstClr val="white"/>
                </a:solidFill>
                <a:latin typeface="Arial"/>
                <a:ea typeface="맑은 고딕"/>
                <a:cs typeface="Arial"/>
              </a:rPr>
              <a:t>Chuyên đề 3</a:t>
            </a:r>
          </a:p>
          <a:p>
            <a:pPr lvl="0" algn="r">
              <a:defRPr/>
            </a:pPr>
            <a:r>
              <a:rPr lang="en-US" altLang="ko-KR" sz="1600">
                <a:solidFill>
                  <a:prstClr val="white"/>
                </a:solidFill>
                <a:latin typeface="Arial"/>
                <a:ea typeface="맑은 고딕"/>
                <a:cs typeface="Arial"/>
              </a:rPr>
              <a:t>Giảng viên hướng dẫn:</a:t>
            </a:r>
          </a:p>
          <a:p>
            <a:pPr lvl="0" algn="r">
              <a:defRPr/>
            </a:pPr>
            <a:r>
              <a:rPr lang="en-US" altLang="ko-KR" sz="1600">
                <a:solidFill>
                  <a:prstClr val="white"/>
                </a:solidFill>
                <a:highlight>
                  <a:srgbClr val="FFFF00"/>
                </a:highlight>
                <a:latin typeface="Arial"/>
                <a:ea typeface="맑은 고딕"/>
                <a:cs typeface="Arial"/>
              </a:rPr>
              <a:t>Cô Thủy</a:t>
            </a:r>
            <a:r>
              <a:rPr lang="en-US" altLang="ko-KR" sz="1600">
                <a:solidFill>
                  <a:prstClr val="white"/>
                </a:solidFill>
                <a:latin typeface="Arial"/>
                <a:ea typeface="맑은 고딕"/>
                <a:cs typeface="Arial"/>
              </a:rPr>
              <a:t> </a:t>
            </a:r>
          </a:p>
        </p:txBody>
      </p:sp>
      <p:sp>
        <p:nvSpPr>
          <p:cNvPr id="2" name="TextBox 1">
            <a:extLst>
              <a:ext uri="{FF2B5EF4-FFF2-40B4-BE49-F238E27FC236}">
                <a16:creationId xmlns:a16="http://schemas.microsoft.com/office/drawing/2014/main" id="{3C770E29-168F-3159-2435-0BAC985500F0}"/>
              </a:ext>
            </a:extLst>
          </p:cNvPr>
          <p:cNvSpPr txBox="1"/>
          <p:nvPr/>
        </p:nvSpPr>
        <p:spPr>
          <a:xfrm>
            <a:off x="6721368" y="5758123"/>
            <a:ext cx="5470636" cy="1077218"/>
          </a:xfrm>
          <a:prstGeom prst="rect">
            <a:avLst/>
          </a:prstGeom>
          <a:noFill/>
        </p:spPr>
        <p:txBody>
          <a:bodyPr wrap="square" lIns="91440" tIns="45720" rIns="91440" bIns="45720" rtlCol="0" anchor="t">
            <a:spAutoFit/>
          </a:bodyPr>
          <a:lstStyle/>
          <a:p>
            <a:pPr lvl="0">
              <a:defRPr/>
            </a:pPr>
            <a:r>
              <a:rPr lang="en-US" altLang="ko-KR" sz="1600" b="1">
                <a:solidFill>
                  <a:prstClr val="white"/>
                </a:solidFill>
                <a:latin typeface="Arial"/>
                <a:ea typeface="맑은 고딕"/>
                <a:cs typeface="Arial"/>
              </a:rPr>
              <a:t>Nhóm 7:</a:t>
            </a:r>
          </a:p>
          <a:p>
            <a:pPr lvl="0">
              <a:defRPr/>
            </a:pPr>
            <a:r>
              <a:rPr lang="en-US" altLang="ko-KR" sz="1600">
                <a:solidFill>
                  <a:prstClr val="white"/>
                </a:solidFill>
                <a:latin typeface="Arial"/>
                <a:ea typeface="맑은 고딕"/>
                <a:cs typeface="Arial"/>
              </a:rPr>
              <a:t>Nguyễn Ngọc Đức</a:t>
            </a:r>
          </a:p>
          <a:p>
            <a:pPr lvl="0">
              <a:defRPr/>
            </a:pPr>
            <a:r>
              <a:rPr lang="en-US" altLang="ko-KR" sz="1600">
                <a:solidFill>
                  <a:prstClr val="white"/>
                </a:solidFill>
                <a:highlight>
                  <a:srgbClr val="FFFF00"/>
                </a:highlight>
                <a:latin typeface="Arial"/>
                <a:ea typeface="맑은 고딕"/>
                <a:cs typeface="Arial"/>
              </a:rPr>
              <a:t>Giang</a:t>
            </a:r>
          </a:p>
          <a:p>
            <a:pPr lvl="0">
              <a:defRPr/>
            </a:pPr>
            <a:r>
              <a:rPr lang="en-US" altLang="ko-KR" sz="1600">
                <a:solidFill>
                  <a:prstClr val="white"/>
                </a:solidFill>
                <a:highlight>
                  <a:srgbClr val="FFFF00"/>
                </a:highlight>
                <a:latin typeface="Arial"/>
                <a:ea typeface="맑은 고딕"/>
                <a:cs typeface="Arial"/>
              </a:rPr>
              <a:t>Chung</a:t>
            </a:r>
          </a:p>
        </p:txBody>
      </p:sp>
    </p:spTree>
    <p:extLst>
      <p:ext uri="{BB962C8B-B14F-4D97-AF65-F5344CB8AC3E}">
        <p14:creationId xmlns:p14="http://schemas.microsoft.com/office/powerpoint/2010/main" val="1981054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2AEC9-38E7-D642-B21F-29AD4A1B8F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79E083-4463-20FB-461E-89C4A40A9310}"/>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7166CF4F-4CF3-9C0A-683E-01DC7297F7B4}"/>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542090FF-4629-EBDB-6259-EE44DEABE2D3}"/>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02</a:t>
              </a:r>
              <a:endParaRPr lang="ko-KR" altLang="en-US" sz="3600" b="1">
                <a:solidFill>
                  <a:schemeClr val="bg1"/>
                </a:solidFill>
                <a:latin typeface="Arial (Body)"/>
                <a:cs typeface="Arial" pitchFamily="34" charset="0"/>
              </a:endParaRPr>
            </a:p>
          </p:txBody>
        </p:sp>
        <p:sp>
          <p:nvSpPr>
            <p:cNvPr id="17" name="TextBox 16">
              <a:extLst>
                <a:ext uri="{FF2B5EF4-FFF2-40B4-BE49-F238E27FC236}">
                  <a16:creationId xmlns:a16="http://schemas.microsoft.com/office/drawing/2014/main" id="{6CDA30A3-065D-0E58-8D18-1AC6E02435EC}"/>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solidFill>
                  <a:latin typeface="Arial (Body)"/>
                  <a:cs typeface="Arial" pitchFamily="34" charset="0"/>
                </a:rPr>
                <a:t>Kiến thức nền tảng</a:t>
              </a:r>
              <a:endParaRPr lang="en-GB" sz="2400" b="1">
                <a:solidFill>
                  <a:schemeClr val="bg1"/>
                </a:solidFill>
                <a:latin typeface="Arial (Body)"/>
                <a:cs typeface="Arial" pitchFamily="34" charset="0"/>
              </a:endParaRPr>
            </a:p>
          </p:txBody>
        </p:sp>
      </p:grpSp>
      <p:grpSp>
        <p:nvGrpSpPr>
          <p:cNvPr id="12" name="Group 11">
            <a:extLst>
              <a:ext uri="{FF2B5EF4-FFF2-40B4-BE49-F238E27FC236}">
                <a16:creationId xmlns:a16="http://schemas.microsoft.com/office/drawing/2014/main" id="{224A15FA-04CF-1047-D8CC-89E0CBD0756C}"/>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B13BED11-9AFE-E337-39EF-0188BD7C97AE}"/>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03</a:t>
              </a:r>
              <a:endParaRPr lang="ko-KR" altLang="en-US" sz="3600" b="1">
                <a:solidFill>
                  <a:schemeClr val="bg1"/>
                </a:solidFill>
                <a:latin typeface="Arial (Body)"/>
                <a:cs typeface="Arial" pitchFamily="34" charset="0"/>
              </a:endParaRPr>
            </a:p>
          </p:txBody>
        </p:sp>
        <p:sp>
          <p:nvSpPr>
            <p:cNvPr id="20" name="TextBox 19">
              <a:extLst>
                <a:ext uri="{FF2B5EF4-FFF2-40B4-BE49-F238E27FC236}">
                  <a16:creationId xmlns:a16="http://schemas.microsoft.com/office/drawing/2014/main" id="{47C6795A-84C9-C6EA-CF4B-7A27DD4927C5}"/>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Thực nghiệm</a:t>
              </a:r>
              <a:endParaRPr lang="ko-KR" altLang="en-US" sz="2400" b="1">
                <a:solidFill>
                  <a:schemeClr val="bg1"/>
                </a:solidFill>
                <a:latin typeface="Arial (Body)"/>
                <a:cs typeface="Arial" pitchFamily="34" charset="0"/>
              </a:endParaRPr>
            </a:p>
          </p:txBody>
        </p:sp>
      </p:grpSp>
      <p:grpSp>
        <p:nvGrpSpPr>
          <p:cNvPr id="22" name="Group 21">
            <a:extLst>
              <a:ext uri="{FF2B5EF4-FFF2-40B4-BE49-F238E27FC236}">
                <a16:creationId xmlns:a16="http://schemas.microsoft.com/office/drawing/2014/main" id="{A9242354-6CEF-5858-0CC8-8CE96A9CE8DA}"/>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E51E24A4-1A8E-24DB-DCB4-1670B01A7C99}"/>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04</a:t>
              </a:r>
              <a:endParaRPr lang="ko-KR" altLang="en-US" sz="3600" b="1">
                <a:solidFill>
                  <a:schemeClr val="bg1"/>
                </a:solidFill>
                <a:latin typeface="Arial (Body)"/>
                <a:cs typeface="Arial" pitchFamily="34" charset="0"/>
              </a:endParaRPr>
            </a:p>
          </p:txBody>
        </p:sp>
        <p:sp>
          <p:nvSpPr>
            <p:cNvPr id="24" name="TextBox 23">
              <a:extLst>
                <a:ext uri="{FF2B5EF4-FFF2-40B4-BE49-F238E27FC236}">
                  <a16:creationId xmlns:a16="http://schemas.microsoft.com/office/drawing/2014/main" id="{3CA11DFF-9FCE-864C-05C4-B648F6E9B2D3}"/>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Tổng kết</a:t>
              </a:r>
              <a:endParaRPr lang="ko-KR" altLang="en-US" sz="2400" b="1">
                <a:solidFill>
                  <a:schemeClr val="bg1"/>
                </a:solidFill>
                <a:latin typeface="Arial (Body)"/>
                <a:cs typeface="Arial" pitchFamily="34" charset="0"/>
              </a:endParaRPr>
            </a:p>
          </p:txBody>
        </p:sp>
      </p:grpSp>
      <p:grpSp>
        <p:nvGrpSpPr>
          <p:cNvPr id="6" name="Group 5">
            <a:extLst>
              <a:ext uri="{FF2B5EF4-FFF2-40B4-BE49-F238E27FC236}">
                <a16:creationId xmlns:a16="http://schemas.microsoft.com/office/drawing/2014/main" id="{304C6091-3F73-F0BF-3D8C-1EBA43EA2183}"/>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0C8C31AD-DECA-43D1-CBD9-8D984F2DC364}"/>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01</a:t>
              </a:r>
              <a:endParaRPr lang="ko-KR" altLang="en-US" sz="3600" b="1">
                <a:solidFill>
                  <a:schemeClr val="bg1"/>
                </a:solidFill>
                <a:latin typeface="Arial (Body)"/>
                <a:cs typeface="Arial" pitchFamily="34" charset="0"/>
              </a:endParaRPr>
            </a:p>
          </p:txBody>
        </p:sp>
        <p:sp>
          <p:nvSpPr>
            <p:cNvPr id="8" name="TextBox 7">
              <a:extLst>
                <a:ext uri="{FF2B5EF4-FFF2-40B4-BE49-F238E27FC236}">
                  <a16:creationId xmlns:a16="http://schemas.microsoft.com/office/drawing/2014/main" id="{6194EF62-8588-9AE7-EDFC-85046EF94146}"/>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Phát biểu bài toán</a:t>
              </a:r>
            </a:p>
          </p:txBody>
        </p:sp>
      </p:grpSp>
    </p:spTree>
    <p:extLst>
      <p:ext uri="{BB962C8B-B14F-4D97-AF65-F5344CB8AC3E}">
        <p14:creationId xmlns:p14="http://schemas.microsoft.com/office/powerpoint/2010/main" val="14997997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AE18-F889-DA18-9FFA-0CE2E509D1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B29E40-70AB-0C25-8BA1-6BA05AF83CA4}"/>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32A7FDB2-EFA2-D535-836F-BD5A8AB67F9B}"/>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F8C90F8C-765C-718D-2D55-909C0724535F}"/>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02</a:t>
              </a:r>
              <a:endParaRPr lang="ko-KR" altLang="en-US" sz="3600" b="1">
                <a:solidFill>
                  <a:schemeClr val="bg1">
                    <a:lumMod val="50000"/>
                  </a:schemeClr>
                </a:solidFill>
                <a:latin typeface="Arial (Body)"/>
                <a:cs typeface="Arial" pitchFamily="34" charset="0"/>
              </a:endParaRPr>
            </a:p>
          </p:txBody>
        </p:sp>
        <p:sp>
          <p:nvSpPr>
            <p:cNvPr id="17" name="TextBox 16">
              <a:extLst>
                <a:ext uri="{FF2B5EF4-FFF2-40B4-BE49-F238E27FC236}">
                  <a16:creationId xmlns:a16="http://schemas.microsoft.com/office/drawing/2014/main" id="{CFE3CE8D-B378-A05C-9ADC-3EA9D3E22A77}"/>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lumMod val="50000"/>
                    </a:schemeClr>
                  </a:solidFill>
                  <a:latin typeface="Arial (Body)"/>
                  <a:cs typeface="Arial" pitchFamily="34" charset="0"/>
                </a:rPr>
                <a:t>Kiến thức nền tảng</a:t>
              </a:r>
              <a:endParaRPr lang="en-GB" sz="2400" b="1">
                <a:solidFill>
                  <a:schemeClr val="bg1">
                    <a:lumMod val="50000"/>
                  </a:schemeClr>
                </a:solidFill>
                <a:latin typeface="Arial (Body)"/>
                <a:cs typeface="Arial" pitchFamily="34" charset="0"/>
              </a:endParaRPr>
            </a:p>
          </p:txBody>
        </p:sp>
      </p:grpSp>
      <p:grpSp>
        <p:nvGrpSpPr>
          <p:cNvPr id="12" name="Group 11">
            <a:extLst>
              <a:ext uri="{FF2B5EF4-FFF2-40B4-BE49-F238E27FC236}">
                <a16:creationId xmlns:a16="http://schemas.microsoft.com/office/drawing/2014/main" id="{09DC38D2-1142-2217-7D01-D7C2D6382382}"/>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50A8FBB6-8BBF-4CC1-248D-1DF205D4FCAD}"/>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03</a:t>
              </a:r>
              <a:endParaRPr lang="ko-KR" altLang="en-US" sz="3600" b="1">
                <a:solidFill>
                  <a:schemeClr val="bg1">
                    <a:lumMod val="50000"/>
                  </a:schemeClr>
                </a:solidFill>
                <a:latin typeface="Arial (Body)"/>
                <a:cs typeface="Arial" pitchFamily="34" charset="0"/>
              </a:endParaRPr>
            </a:p>
          </p:txBody>
        </p:sp>
        <p:sp>
          <p:nvSpPr>
            <p:cNvPr id="20" name="TextBox 19">
              <a:extLst>
                <a:ext uri="{FF2B5EF4-FFF2-40B4-BE49-F238E27FC236}">
                  <a16:creationId xmlns:a16="http://schemas.microsoft.com/office/drawing/2014/main" id="{B0040153-AFD1-A0C6-5FEA-D5B9AC36D0CB}"/>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Thực nghiệm</a:t>
              </a:r>
              <a:endParaRPr lang="ko-KR" altLang="en-US" sz="2400" b="1">
                <a:solidFill>
                  <a:schemeClr val="bg1">
                    <a:lumMod val="50000"/>
                  </a:schemeClr>
                </a:solidFill>
                <a:latin typeface="Arial (Body)"/>
                <a:cs typeface="Arial" pitchFamily="34" charset="0"/>
              </a:endParaRPr>
            </a:p>
          </p:txBody>
        </p:sp>
      </p:grpSp>
      <p:grpSp>
        <p:nvGrpSpPr>
          <p:cNvPr id="22" name="Group 21">
            <a:extLst>
              <a:ext uri="{FF2B5EF4-FFF2-40B4-BE49-F238E27FC236}">
                <a16:creationId xmlns:a16="http://schemas.microsoft.com/office/drawing/2014/main" id="{280F5C8E-5480-B23D-0665-ADB3B92F7E21}"/>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2150D874-3BC4-9B5E-2C4E-79D934CFDDFD}"/>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04</a:t>
              </a:r>
              <a:endParaRPr lang="ko-KR" altLang="en-US" sz="3600" b="1">
                <a:solidFill>
                  <a:schemeClr val="bg1">
                    <a:lumMod val="50000"/>
                  </a:schemeClr>
                </a:solidFill>
                <a:latin typeface="Arial (Body)"/>
                <a:cs typeface="Arial" pitchFamily="34" charset="0"/>
              </a:endParaRPr>
            </a:p>
          </p:txBody>
        </p:sp>
        <p:sp>
          <p:nvSpPr>
            <p:cNvPr id="24" name="TextBox 23">
              <a:extLst>
                <a:ext uri="{FF2B5EF4-FFF2-40B4-BE49-F238E27FC236}">
                  <a16:creationId xmlns:a16="http://schemas.microsoft.com/office/drawing/2014/main" id="{1B2AFA40-756E-5085-E762-8E82E23FC438}"/>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Tổng kết</a:t>
              </a:r>
              <a:endParaRPr lang="ko-KR" altLang="en-US" sz="2400" b="1">
                <a:solidFill>
                  <a:schemeClr val="bg1">
                    <a:lumMod val="50000"/>
                  </a:schemeClr>
                </a:solidFill>
                <a:latin typeface="Arial (Body)"/>
                <a:cs typeface="Arial" pitchFamily="34" charset="0"/>
              </a:endParaRPr>
            </a:p>
          </p:txBody>
        </p:sp>
      </p:grpSp>
      <p:grpSp>
        <p:nvGrpSpPr>
          <p:cNvPr id="6" name="Group 5">
            <a:extLst>
              <a:ext uri="{FF2B5EF4-FFF2-40B4-BE49-F238E27FC236}">
                <a16:creationId xmlns:a16="http://schemas.microsoft.com/office/drawing/2014/main" id="{0A308B49-375C-8781-269F-4688609D08DA}"/>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12244056-3417-D59D-C4BE-87A1D528A76F}"/>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01</a:t>
              </a:r>
              <a:endParaRPr lang="ko-KR" altLang="en-US" sz="3600" b="1">
                <a:solidFill>
                  <a:schemeClr val="bg1"/>
                </a:solidFill>
                <a:latin typeface="Arial (Body)"/>
                <a:cs typeface="Arial" pitchFamily="34" charset="0"/>
              </a:endParaRPr>
            </a:p>
          </p:txBody>
        </p:sp>
        <p:sp>
          <p:nvSpPr>
            <p:cNvPr id="8" name="TextBox 7">
              <a:extLst>
                <a:ext uri="{FF2B5EF4-FFF2-40B4-BE49-F238E27FC236}">
                  <a16:creationId xmlns:a16="http://schemas.microsoft.com/office/drawing/2014/main" id="{8FA4380C-FFD7-40E0-E203-D4410EE2C698}"/>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Phát biểu bài toán</a:t>
              </a:r>
            </a:p>
          </p:txBody>
        </p:sp>
      </p:grpSp>
    </p:spTree>
    <p:extLst>
      <p:ext uri="{BB962C8B-B14F-4D97-AF65-F5344CB8AC3E}">
        <p14:creationId xmlns:p14="http://schemas.microsoft.com/office/powerpoint/2010/main" val="423033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F4CA4F-8DA0-098B-9E91-C9FB51AFB369}"/>
              </a:ext>
            </a:extLst>
          </p:cNvPr>
          <p:cNvSpPr>
            <a:spLocks noGrp="1"/>
          </p:cNvSpPr>
          <p:nvPr>
            <p:ph idx="1"/>
          </p:nvPr>
        </p:nvSpPr>
        <p:spPr/>
        <p:txBody>
          <a:bodyPr/>
          <a:lstStyle/>
          <a:p>
            <a:pPr marL="0" indent="0">
              <a:buNone/>
            </a:pPr>
            <a:r>
              <a:rPr lang="en-US"/>
              <a:t>Đề tài: Phân loại nhị phân các ảnh mô bệnh học chứa hoặc không chứa tế bào ung thư</a:t>
            </a:r>
          </a:p>
          <a:p>
            <a:pPr marL="0" indent="0">
              <a:buNone/>
            </a:pPr>
            <a:r>
              <a:rPr lang="en-US"/>
              <a:t>Dữ liệu: Cuộc thi </a:t>
            </a:r>
            <a:r>
              <a:rPr lang="en-GB">
                <a:hlinkClick r:id="rId2"/>
              </a:rPr>
              <a:t>Kaggle Histopathologic Cancer Detection</a:t>
            </a:r>
            <a:endParaRPr lang="en-GB"/>
          </a:p>
          <a:p>
            <a:pPr marL="0" indent="0">
              <a:buNone/>
            </a:pPr>
            <a:r>
              <a:rPr lang="en-US"/>
              <a:t>Ý nghĩa đề tài: Mẫu mô bệnh học được dùng để chẩn đoán ung thư. Tuy nhiên, việc này yêu cầu đào tạo chuyên sâu nhưng vẫn rất tốn thời gian và độ chính xác thấp. Do đó, việc tự động hóa quá trình phát hiện tế bào ung thư có nhiều lợi thế:</a:t>
            </a:r>
          </a:p>
          <a:p>
            <a:pPr>
              <a:buFontTx/>
              <a:buChar char="-"/>
            </a:pPr>
            <a:r>
              <a:rPr lang="en-US"/>
              <a:t>Giảm tải cho các nhà giải phẫu bệnh</a:t>
            </a:r>
          </a:p>
          <a:p>
            <a:pPr>
              <a:buFontTx/>
              <a:buChar char="-"/>
            </a:pPr>
            <a:r>
              <a:rPr lang="en-US"/>
              <a:t>Tăng tốc độ chẩn đoán</a:t>
            </a:r>
          </a:p>
          <a:p>
            <a:pPr>
              <a:buFontTx/>
              <a:buChar char="-"/>
            </a:pPr>
            <a:r>
              <a:rPr lang="en-US"/>
              <a:t>Cho phép chẩn đoán từ xa</a:t>
            </a:r>
          </a:p>
          <a:p>
            <a:pPr>
              <a:buFontTx/>
              <a:buChar char="-"/>
            </a:pPr>
            <a:endParaRPr lang="en-US"/>
          </a:p>
          <a:p>
            <a:pPr marL="0" indent="0">
              <a:buNone/>
            </a:pPr>
            <a:endParaRPr lang="en-US"/>
          </a:p>
          <a:p>
            <a:pPr marL="0" indent="0">
              <a:buNone/>
            </a:pPr>
            <a:endParaRPr lang="en-GB"/>
          </a:p>
        </p:txBody>
      </p:sp>
      <p:sp>
        <p:nvSpPr>
          <p:cNvPr id="3" name="Title 2">
            <a:extLst>
              <a:ext uri="{FF2B5EF4-FFF2-40B4-BE49-F238E27FC236}">
                <a16:creationId xmlns:a16="http://schemas.microsoft.com/office/drawing/2014/main" id="{E24D1FED-4BF1-9D6F-80D3-3E18686E48C8}"/>
              </a:ext>
            </a:extLst>
          </p:cNvPr>
          <p:cNvSpPr>
            <a:spLocks noGrp="1"/>
          </p:cNvSpPr>
          <p:nvPr>
            <p:ph type="title"/>
          </p:nvPr>
        </p:nvSpPr>
        <p:spPr/>
        <p:txBody>
          <a:bodyPr/>
          <a:lstStyle/>
          <a:p>
            <a:r>
              <a:rPr lang="en-US"/>
              <a:t>PHÁT BIỂU BÀI TOÁN</a:t>
            </a:r>
            <a:endParaRPr lang="en-GB"/>
          </a:p>
        </p:txBody>
      </p:sp>
    </p:spTree>
    <p:extLst>
      <p:ext uri="{BB962C8B-B14F-4D97-AF65-F5344CB8AC3E}">
        <p14:creationId xmlns:p14="http://schemas.microsoft.com/office/powerpoint/2010/main" val="1932767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2AF7F-86CB-9311-5C4F-4590C7257BA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4539B2-2BDA-C628-2784-0BE99922D5FE}"/>
              </a:ext>
            </a:extLst>
          </p:cNvPr>
          <p:cNvSpPr>
            <a:spLocks noGrp="1"/>
          </p:cNvSpPr>
          <p:nvPr>
            <p:ph idx="1"/>
          </p:nvPr>
        </p:nvSpPr>
        <p:spPr/>
        <p:txBody>
          <a:bodyPr/>
          <a:lstStyle/>
          <a:p>
            <a:pPr>
              <a:buFontTx/>
              <a:buChar char="-"/>
            </a:pPr>
            <a:r>
              <a:rPr lang="en-US"/>
              <a:t>Bộ dữ liệu: 22.002 ảnh 96x96, với nhãn là 0 / 1 – tương ứng với có và không có tế bào ung thư, tỷ lệ ~60 – 40.</a:t>
            </a:r>
          </a:p>
          <a:p>
            <a:pPr>
              <a:buFontTx/>
              <a:buChar char="-"/>
            </a:pPr>
            <a:r>
              <a:rPr lang="en-US"/>
              <a:t>Dữ liệu được chia thành tập huấn luyện và kiểm thứ với tỷ lệ 80 – 20.</a:t>
            </a:r>
          </a:p>
          <a:p>
            <a:pPr>
              <a:buFontTx/>
              <a:buChar char="-"/>
            </a:pPr>
            <a:endParaRPr lang="en-US"/>
          </a:p>
          <a:p>
            <a:pPr marL="0" indent="0">
              <a:buNone/>
            </a:pPr>
            <a:endParaRPr lang="en-US"/>
          </a:p>
          <a:p>
            <a:pPr marL="0" indent="0">
              <a:buNone/>
            </a:pPr>
            <a:endParaRPr lang="en-GB"/>
          </a:p>
        </p:txBody>
      </p:sp>
      <p:sp>
        <p:nvSpPr>
          <p:cNvPr id="3" name="Title 2">
            <a:extLst>
              <a:ext uri="{FF2B5EF4-FFF2-40B4-BE49-F238E27FC236}">
                <a16:creationId xmlns:a16="http://schemas.microsoft.com/office/drawing/2014/main" id="{E9EE00DE-1EE3-41C6-C1EB-F650EA773CA3}"/>
              </a:ext>
            </a:extLst>
          </p:cNvPr>
          <p:cNvSpPr>
            <a:spLocks noGrp="1"/>
          </p:cNvSpPr>
          <p:nvPr>
            <p:ph type="title"/>
          </p:nvPr>
        </p:nvSpPr>
        <p:spPr/>
        <p:txBody>
          <a:bodyPr/>
          <a:lstStyle/>
          <a:p>
            <a:r>
              <a:rPr lang="en-US"/>
              <a:t>PHÁT BIỂU BÀI TOÁN</a:t>
            </a:r>
            <a:endParaRPr lang="en-GB"/>
          </a:p>
        </p:txBody>
      </p:sp>
      <p:pic>
        <p:nvPicPr>
          <p:cNvPr id="5" name="Picture 4">
            <a:extLst>
              <a:ext uri="{FF2B5EF4-FFF2-40B4-BE49-F238E27FC236}">
                <a16:creationId xmlns:a16="http://schemas.microsoft.com/office/drawing/2014/main" id="{17E8FF29-E427-6702-7335-91A6BD2F80B1}"/>
              </a:ext>
            </a:extLst>
          </p:cNvPr>
          <p:cNvPicPr>
            <a:picLocks noChangeAspect="1"/>
          </p:cNvPicPr>
          <p:nvPr/>
        </p:nvPicPr>
        <p:blipFill>
          <a:blip r:embed="rId2"/>
          <a:stretch>
            <a:fillRect/>
          </a:stretch>
        </p:blipFill>
        <p:spPr>
          <a:xfrm>
            <a:off x="1876425" y="2159448"/>
            <a:ext cx="8439149" cy="3783423"/>
          </a:xfrm>
          <a:prstGeom prst="rect">
            <a:avLst/>
          </a:prstGeom>
        </p:spPr>
      </p:pic>
    </p:spTree>
    <p:extLst>
      <p:ext uri="{BB962C8B-B14F-4D97-AF65-F5344CB8AC3E}">
        <p14:creationId xmlns:p14="http://schemas.microsoft.com/office/powerpoint/2010/main" val="3335958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4DB1-54B8-5F96-C009-D6058F1977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D862C5-E050-5A88-43FB-957EBA344776}"/>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EF217C72-8D62-0F0E-91C1-8E476F89D0E6}"/>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2CCA59F6-32C5-3B77-87A2-12498F12A7A3}"/>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02</a:t>
              </a:r>
              <a:endParaRPr lang="ko-KR" altLang="en-US" sz="3600" b="1">
                <a:solidFill>
                  <a:schemeClr val="bg1"/>
                </a:solidFill>
                <a:latin typeface="Arial (Body)"/>
                <a:cs typeface="Arial" pitchFamily="34" charset="0"/>
              </a:endParaRPr>
            </a:p>
          </p:txBody>
        </p:sp>
        <p:sp>
          <p:nvSpPr>
            <p:cNvPr id="17" name="TextBox 16">
              <a:extLst>
                <a:ext uri="{FF2B5EF4-FFF2-40B4-BE49-F238E27FC236}">
                  <a16:creationId xmlns:a16="http://schemas.microsoft.com/office/drawing/2014/main" id="{64706308-961C-E94B-3381-FE30B264B0B0}"/>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solidFill>
                  <a:latin typeface="Arial (Body)"/>
                  <a:cs typeface="Arial" pitchFamily="34" charset="0"/>
                </a:rPr>
                <a:t>Kiến thức nền tảng</a:t>
              </a:r>
              <a:endParaRPr lang="en-GB" sz="2400" b="1">
                <a:solidFill>
                  <a:schemeClr val="bg1"/>
                </a:solidFill>
                <a:latin typeface="Arial (Body)"/>
                <a:cs typeface="Arial" pitchFamily="34" charset="0"/>
              </a:endParaRPr>
            </a:p>
          </p:txBody>
        </p:sp>
      </p:grpSp>
      <p:grpSp>
        <p:nvGrpSpPr>
          <p:cNvPr id="12" name="Group 11">
            <a:extLst>
              <a:ext uri="{FF2B5EF4-FFF2-40B4-BE49-F238E27FC236}">
                <a16:creationId xmlns:a16="http://schemas.microsoft.com/office/drawing/2014/main" id="{F8DC3E0E-B687-FAC8-33C4-5CE4BA8C6115}"/>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780E7C77-509E-437F-52C3-55EFFBC877B2}"/>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03</a:t>
              </a:r>
              <a:endParaRPr lang="ko-KR" altLang="en-US" sz="3600" b="1">
                <a:solidFill>
                  <a:schemeClr val="bg1">
                    <a:lumMod val="50000"/>
                  </a:schemeClr>
                </a:solidFill>
                <a:latin typeface="Arial (Body)"/>
                <a:cs typeface="Arial" pitchFamily="34" charset="0"/>
              </a:endParaRPr>
            </a:p>
          </p:txBody>
        </p:sp>
        <p:sp>
          <p:nvSpPr>
            <p:cNvPr id="20" name="TextBox 19">
              <a:extLst>
                <a:ext uri="{FF2B5EF4-FFF2-40B4-BE49-F238E27FC236}">
                  <a16:creationId xmlns:a16="http://schemas.microsoft.com/office/drawing/2014/main" id="{F8030C57-3A21-1D36-CF63-BBE7976793EA}"/>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Thực nghiệm</a:t>
              </a:r>
              <a:endParaRPr lang="ko-KR" altLang="en-US" sz="2400" b="1">
                <a:solidFill>
                  <a:schemeClr val="bg1">
                    <a:lumMod val="50000"/>
                  </a:schemeClr>
                </a:solidFill>
                <a:latin typeface="Arial (Body)"/>
                <a:cs typeface="Arial" pitchFamily="34" charset="0"/>
              </a:endParaRPr>
            </a:p>
          </p:txBody>
        </p:sp>
      </p:grpSp>
      <p:grpSp>
        <p:nvGrpSpPr>
          <p:cNvPr id="22" name="Group 21">
            <a:extLst>
              <a:ext uri="{FF2B5EF4-FFF2-40B4-BE49-F238E27FC236}">
                <a16:creationId xmlns:a16="http://schemas.microsoft.com/office/drawing/2014/main" id="{FC4C04AD-8C2D-D7C4-C6B0-5F010383651B}"/>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70514018-7F55-B415-BB22-30B005F10C8F}"/>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04</a:t>
              </a:r>
              <a:endParaRPr lang="ko-KR" altLang="en-US" sz="3600" b="1">
                <a:solidFill>
                  <a:schemeClr val="bg1">
                    <a:lumMod val="50000"/>
                  </a:schemeClr>
                </a:solidFill>
                <a:latin typeface="Arial (Body)"/>
                <a:cs typeface="Arial" pitchFamily="34" charset="0"/>
              </a:endParaRPr>
            </a:p>
          </p:txBody>
        </p:sp>
        <p:sp>
          <p:nvSpPr>
            <p:cNvPr id="24" name="TextBox 23">
              <a:extLst>
                <a:ext uri="{FF2B5EF4-FFF2-40B4-BE49-F238E27FC236}">
                  <a16:creationId xmlns:a16="http://schemas.microsoft.com/office/drawing/2014/main" id="{9A36A9B4-2EF5-D9DA-A8D8-4EEF7E67C3D1}"/>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Tổng kết</a:t>
              </a:r>
              <a:endParaRPr lang="ko-KR" altLang="en-US" sz="2400" b="1">
                <a:solidFill>
                  <a:schemeClr val="bg1">
                    <a:lumMod val="50000"/>
                  </a:schemeClr>
                </a:solidFill>
                <a:latin typeface="Arial (Body)"/>
                <a:cs typeface="Arial" pitchFamily="34" charset="0"/>
              </a:endParaRPr>
            </a:p>
          </p:txBody>
        </p:sp>
      </p:grpSp>
      <p:grpSp>
        <p:nvGrpSpPr>
          <p:cNvPr id="6" name="Group 5">
            <a:extLst>
              <a:ext uri="{FF2B5EF4-FFF2-40B4-BE49-F238E27FC236}">
                <a16:creationId xmlns:a16="http://schemas.microsoft.com/office/drawing/2014/main" id="{46781FBE-4DFE-639A-0916-15D74841730B}"/>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6C630B8C-93A6-41E9-EA9D-C94E3F2BB061}"/>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01</a:t>
              </a:r>
              <a:endParaRPr lang="ko-KR" altLang="en-US" sz="3600" b="1">
                <a:solidFill>
                  <a:schemeClr val="bg1">
                    <a:lumMod val="50000"/>
                  </a:schemeClr>
                </a:solidFill>
                <a:latin typeface="Arial (Body)"/>
                <a:cs typeface="Arial" pitchFamily="34" charset="0"/>
              </a:endParaRPr>
            </a:p>
          </p:txBody>
        </p:sp>
        <p:sp>
          <p:nvSpPr>
            <p:cNvPr id="8" name="TextBox 7">
              <a:extLst>
                <a:ext uri="{FF2B5EF4-FFF2-40B4-BE49-F238E27FC236}">
                  <a16:creationId xmlns:a16="http://schemas.microsoft.com/office/drawing/2014/main" id="{D84345BE-1859-D880-E883-3FA5457A26B5}"/>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Phát biểu bài toán</a:t>
              </a:r>
            </a:p>
          </p:txBody>
        </p:sp>
      </p:grpSp>
    </p:spTree>
    <p:extLst>
      <p:ext uri="{BB962C8B-B14F-4D97-AF65-F5344CB8AC3E}">
        <p14:creationId xmlns:p14="http://schemas.microsoft.com/office/powerpoint/2010/main" val="32120220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B4113C-CE0C-15F8-9952-A90E78A7194F}"/>
              </a:ext>
            </a:extLst>
          </p:cNvPr>
          <p:cNvSpPr>
            <a:spLocks noGrp="1"/>
          </p:cNvSpPr>
          <p:nvPr>
            <p:ph idx="1"/>
          </p:nvPr>
        </p:nvSpPr>
        <p:spPr/>
        <p:txBody>
          <a:bodyPr/>
          <a:lstStyle/>
          <a:p>
            <a:pPr marL="0" indent="0">
              <a:buNone/>
            </a:pPr>
            <a:r>
              <a:rPr lang="en-US"/>
              <a:t>Học sâu (Deep learning): Sử dụng các mạng nơ-ron nhân tạo </a:t>
            </a:r>
            <a:r>
              <a:rPr lang="en-US" i="1"/>
              <a:t>có nhiều lớp</a:t>
            </a:r>
            <a:r>
              <a:rPr lang="en-US"/>
              <a:t>. </a:t>
            </a:r>
          </a:p>
          <a:p>
            <a:pPr>
              <a:buFontTx/>
              <a:buChar char="-"/>
            </a:pPr>
            <a:r>
              <a:rPr lang="en-US"/>
              <a:t>Mô phỏng cách bộ não tư duy: Các nút nơ ron kết nối với nhau và được tổ chức thành các lớp → cho phép học các biểu diễn cũng như đặc trưng của dữ liệu ở nhiều mức độ trừu tượng khác nhau</a:t>
            </a:r>
          </a:p>
          <a:p>
            <a:pPr>
              <a:buFontTx/>
              <a:buChar char="-"/>
            </a:pPr>
            <a:r>
              <a:rPr lang="en-US"/>
              <a:t>Các nút thường sử dụng hàm kích hoạt phi tuyến → khắc phục hạn chế của các mô hình tuyến tính, hạn chế trích xuất đặc trưng thủ công</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a:buFontTx/>
              <a:buChar char="-"/>
            </a:pPr>
            <a:r>
              <a:rPr lang="en-US"/>
              <a:t>Có thể áp dụng được trong cả bài toán hồi quy hoặc phân loại</a:t>
            </a:r>
          </a:p>
          <a:p>
            <a:pPr>
              <a:buFontTx/>
              <a:buChar char="-"/>
            </a:pPr>
            <a:endParaRPr lang="en-GB"/>
          </a:p>
        </p:txBody>
      </p:sp>
      <p:sp>
        <p:nvSpPr>
          <p:cNvPr id="3" name="Title 2">
            <a:extLst>
              <a:ext uri="{FF2B5EF4-FFF2-40B4-BE49-F238E27FC236}">
                <a16:creationId xmlns:a16="http://schemas.microsoft.com/office/drawing/2014/main" id="{05FC9539-3D7C-72D4-4A92-A68453175DC9}"/>
              </a:ext>
            </a:extLst>
          </p:cNvPr>
          <p:cNvSpPr>
            <a:spLocks noGrp="1"/>
          </p:cNvSpPr>
          <p:nvPr>
            <p:ph type="title"/>
          </p:nvPr>
        </p:nvSpPr>
        <p:spPr/>
        <p:txBody>
          <a:bodyPr/>
          <a:lstStyle/>
          <a:p>
            <a:r>
              <a:rPr lang="en-US"/>
              <a:t>KIẾN THỨC NỀN TẢNG</a:t>
            </a:r>
            <a:endParaRPr lang="en-GB"/>
          </a:p>
        </p:txBody>
      </p:sp>
      <p:grpSp>
        <p:nvGrpSpPr>
          <p:cNvPr id="6" name="Group 5">
            <a:extLst>
              <a:ext uri="{FF2B5EF4-FFF2-40B4-BE49-F238E27FC236}">
                <a16:creationId xmlns:a16="http://schemas.microsoft.com/office/drawing/2014/main" id="{50EB1A2A-67D0-240D-1337-0FEF98FC9D70}"/>
              </a:ext>
            </a:extLst>
          </p:cNvPr>
          <p:cNvGrpSpPr/>
          <p:nvPr/>
        </p:nvGrpSpPr>
        <p:grpSpPr>
          <a:xfrm>
            <a:off x="2348497" y="3050723"/>
            <a:ext cx="7007641" cy="2514600"/>
            <a:chOff x="1902406" y="2881758"/>
            <a:chExt cx="7007641" cy="2514600"/>
          </a:xfrm>
        </p:grpSpPr>
        <p:pic>
          <p:nvPicPr>
            <p:cNvPr id="4" name="Picture 3" descr="Image of a neural network showing input, hidden, and output layers">
              <a:extLst>
                <a:ext uri="{FF2B5EF4-FFF2-40B4-BE49-F238E27FC236}">
                  <a16:creationId xmlns:a16="http://schemas.microsoft.com/office/drawing/2014/main" id="{86FE8775-8B3B-3C79-F416-028B83A7B36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2406" y="2881758"/>
              <a:ext cx="3020060" cy="2514600"/>
            </a:xfrm>
            <a:prstGeom prst="rect">
              <a:avLst/>
            </a:prstGeom>
            <a:noFill/>
            <a:ln>
              <a:noFill/>
            </a:ln>
          </p:spPr>
        </p:pic>
        <p:pic>
          <p:nvPicPr>
            <p:cNvPr id="5" name="Picture 4" descr="A graph of a line&#10;&#10;AI-generated content may be incorrect.">
              <a:extLst>
                <a:ext uri="{FF2B5EF4-FFF2-40B4-BE49-F238E27FC236}">
                  <a16:creationId xmlns:a16="http://schemas.microsoft.com/office/drawing/2014/main" id="{931DA96F-61D4-59F3-E318-A951B970713B}"/>
                </a:ext>
              </a:extLst>
            </p:cNvPr>
            <p:cNvPicPr>
              <a:picLocks noChangeAspect="1"/>
            </p:cNvPicPr>
            <p:nvPr/>
          </p:nvPicPr>
          <p:blipFill>
            <a:blip r:embed="rId3"/>
            <a:stretch>
              <a:fillRect/>
            </a:stretch>
          </p:blipFill>
          <p:spPr>
            <a:xfrm>
              <a:off x="5973838" y="2881758"/>
              <a:ext cx="2936209" cy="2514600"/>
            </a:xfrm>
            <a:prstGeom prst="rect">
              <a:avLst/>
            </a:prstGeom>
          </p:spPr>
        </p:pic>
      </p:grpSp>
    </p:spTree>
    <p:extLst>
      <p:ext uri="{BB962C8B-B14F-4D97-AF65-F5344CB8AC3E}">
        <p14:creationId xmlns:p14="http://schemas.microsoft.com/office/powerpoint/2010/main" val="3423703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B5BF-1E44-BE74-BBDF-5042C57DF2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C7AED1-3B80-D365-A677-36CEF8CD0F37}"/>
              </a:ext>
            </a:extLst>
          </p:cNvPr>
          <p:cNvSpPr>
            <a:spLocks noGrp="1"/>
          </p:cNvSpPr>
          <p:nvPr>
            <p:ph idx="1"/>
          </p:nvPr>
        </p:nvSpPr>
        <p:spPr/>
        <p:txBody>
          <a:bodyPr/>
          <a:lstStyle/>
          <a:p>
            <a:pPr marL="0" indent="0">
              <a:buNone/>
            </a:pPr>
            <a:r>
              <a:rPr lang="en-US"/>
              <a:t>Mạng nơ ron tích chập (Convolutional Neural Network – CNN): Kiến trúc học sâu chuyên biệt cho dữ liệu dạng lưới thay vì dạng chuỗi (véc tơ), giúp giữ lại được thông tin không gian. </a:t>
            </a:r>
          </a:p>
          <a:p>
            <a:pPr marL="0" indent="0">
              <a:buNone/>
            </a:pPr>
            <a:r>
              <a:rPr lang="en-US"/>
              <a:t>Các lớp trong mạng CNN:</a:t>
            </a:r>
          </a:p>
          <a:p>
            <a:pPr>
              <a:buFontTx/>
              <a:buChar char="-"/>
            </a:pPr>
            <a:r>
              <a:rPr lang="en-US"/>
              <a:t>Lớp Tích chập (Convolutional Layer): Trượt các bộ lọc (filters/kernels) trên ảnh để trích xuất đặc trưng (cạnh/góc/hoa văn…)</a:t>
            </a:r>
          </a:p>
          <a:p>
            <a:pPr>
              <a:buFontTx/>
              <a:buChar char="-"/>
            </a:pPr>
            <a:r>
              <a:rPr lang="en-US"/>
              <a:t>Lớp Gộp (Pooling Layer): Giảm độ nhạy với những biến đổi nhỏ trong ảnh đầu vào</a:t>
            </a:r>
          </a:p>
          <a:p>
            <a:pPr>
              <a:buFontTx/>
              <a:buChar char="-"/>
            </a:pPr>
            <a:r>
              <a:rPr lang="en-US"/>
              <a:t>Lớp Kết nối đầy đủ (Fully Connected Layer): Chuyển về véc tơ nhằm phân loại dựa trên các đặc trưng đã trích xuất</a:t>
            </a:r>
            <a:endParaRPr lang="en-GB"/>
          </a:p>
        </p:txBody>
      </p:sp>
      <p:sp>
        <p:nvSpPr>
          <p:cNvPr id="3" name="Title 2">
            <a:extLst>
              <a:ext uri="{FF2B5EF4-FFF2-40B4-BE49-F238E27FC236}">
                <a16:creationId xmlns:a16="http://schemas.microsoft.com/office/drawing/2014/main" id="{0477B114-B2C9-B708-65EC-6ED36B9B004C}"/>
              </a:ext>
            </a:extLst>
          </p:cNvPr>
          <p:cNvSpPr>
            <a:spLocks noGrp="1"/>
          </p:cNvSpPr>
          <p:nvPr>
            <p:ph type="title"/>
          </p:nvPr>
        </p:nvSpPr>
        <p:spPr/>
        <p:txBody>
          <a:bodyPr/>
          <a:lstStyle/>
          <a:p>
            <a:r>
              <a:rPr lang="en-US"/>
              <a:t>KIẾN THỨC NỀN TẢNG</a:t>
            </a:r>
            <a:endParaRPr lang="en-GB"/>
          </a:p>
        </p:txBody>
      </p:sp>
      <p:pic>
        <p:nvPicPr>
          <p:cNvPr id="2050" name="Picture 2" descr="Simple CNN using PyTorch. This article ...">
            <a:extLst>
              <a:ext uri="{FF2B5EF4-FFF2-40B4-BE49-F238E27FC236}">
                <a16:creationId xmlns:a16="http://schemas.microsoft.com/office/drawing/2014/main" id="{3CBB8B07-318B-FB78-35BA-CA572443B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1728" y="3923025"/>
            <a:ext cx="5748544" cy="2365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97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31A68-08C9-1BBD-2A6F-29E2B009CF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B7A298-9D17-7A72-415B-4109DE77C3CB}"/>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37BA484B-0A94-AC66-E0D3-67B461692C44}"/>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71E489C3-7F17-4C29-49DB-68202DC5771D}"/>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02</a:t>
              </a:r>
              <a:endParaRPr lang="ko-KR" altLang="en-US" sz="3600" b="1">
                <a:solidFill>
                  <a:schemeClr val="bg1">
                    <a:lumMod val="50000"/>
                  </a:schemeClr>
                </a:solidFill>
                <a:latin typeface="Arial (Body)"/>
                <a:cs typeface="Arial" pitchFamily="34" charset="0"/>
              </a:endParaRPr>
            </a:p>
          </p:txBody>
        </p:sp>
        <p:sp>
          <p:nvSpPr>
            <p:cNvPr id="17" name="TextBox 16">
              <a:extLst>
                <a:ext uri="{FF2B5EF4-FFF2-40B4-BE49-F238E27FC236}">
                  <a16:creationId xmlns:a16="http://schemas.microsoft.com/office/drawing/2014/main" id="{FDC9C7F8-BADD-F274-B373-C2A557879412}"/>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lumMod val="50000"/>
                    </a:schemeClr>
                  </a:solidFill>
                  <a:latin typeface="Arial (Body)"/>
                  <a:cs typeface="Arial" pitchFamily="34" charset="0"/>
                </a:rPr>
                <a:t>Kiến thức nền tảng</a:t>
              </a:r>
              <a:endParaRPr lang="en-GB" sz="2400" b="1">
                <a:solidFill>
                  <a:schemeClr val="bg1">
                    <a:lumMod val="50000"/>
                  </a:schemeClr>
                </a:solidFill>
                <a:latin typeface="Arial (Body)"/>
                <a:cs typeface="Arial" pitchFamily="34" charset="0"/>
              </a:endParaRPr>
            </a:p>
          </p:txBody>
        </p:sp>
      </p:grpSp>
      <p:grpSp>
        <p:nvGrpSpPr>
          <p:cNvPr id="12" name="Group 11">
            <a:extLst>
              <a:ext uri="{FF2B5EF4-FFF2-40B4-BE49-F238E27FC236}">
                <a16:creationId xmlns:a16="http://schemas.microsoft.com/office/drawing/2014/main" id="{F024FAEF-5AC0-1897-90FB-CF4DD223FDC7}"/>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370D0BE1-8C6C-5895-604B-3BDB49FD114A}"/>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03</a:t>
              </a:r>
              <a:endParaRPr lang="ko-KR" altLang="en-US" sz="3600" b="1">
                <a:solidFill>
                  <a:schemeClr val="bg1"/>
                </a:solidFill>
                <a:latin typeface="Arial (Body)"/>
                <a:cs typeface="Arial" pitchFamily="34" charset="0"/>
              </a:endParaRPr>
            </a:p>
          </p:txBody>
        </p:sp>
        <p:sp>
          <p:nvSpPr>
            <p:cNvPr id="20" name="TextBox 19">
              <a:extLst>
                <a:ext uri="{FF2B5EF4-FFF2-40B4-BE49-F238E27FC236}">
                  <a16:creationId xmlns:a16="http://schemas.microsoft.com/office/drawing/2014/main" id="{578C4550-825D-CD25-1AEB-054C21CBA99A}"/>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Thực nghiệm</a:t>
              </a:r>
              <a:endParaRPr lang="ko-KR" altLang="en-US" sz="2400" b="1">
                <a:solidFill>
                  <a:schemeClr val="bg1"/>
                </a:solidFill>
                <a:latin typeface="Arial (Body)"/>
                <a:cs typeface="Arial" pitchFamily="34" charset="0"/>
              </a:endParaRPr>
            </a:p>
          </p:txBody>
        </p:sp>
      </p:grpSp>
      <p:grpSp>
        <p:nvGrpSpPr>
          <p:cNvPr id="22" name="Group 21">
            <a:extLst>
              <a:ext uri="{FF2B5EF4-FFF2-40B4-BE49-F238E27FC236}">
                <a16:creationId xmlns:a16="http://schemas.microsoft.com/office/drawing/2014/main" id="{3CE0FA48-CAC0-E9B2-F814-A30FF43C1762}"/>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4C41DB98-C410-731C-AAD6-A9484693E573}"/>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04</a:t>
              </a:r>
              <a:endParaRPr lang="ko-KR" altLang="en-US" sz="3600" b="1">
                <a:solidFill>
                  <a:schemeClr val="bg1">
                    <a:lumMod val="50000"/>
                  </a:schemeClr>
                </a:solidFill>
                <a:latin typeface="Arial (Body)"/>
                <a:cs typeface="Arial" pitchFamily="34" charset="0"/>
              </a:endParaRPr>
            </a:p>
          </p:txBody>
        </p:sp>
        <p:sp>
          <p:nvSpPr>
            <p:cNvPr id="24" name="TextBox 23">
              <a:extLst>
                <a:ext uri="{FF2B5EF4-FFF2-40B4-BE49-F238E27FC236}">
                  <a16:creationId xmlns:a16="http://schemas.microsoft.com/office/drawing/2014/main" id="{5206156D-C9AF-0420-50AE-D89F70488078}"/>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Tổng kết</a:t>
              </a:r>
              <a:endParaRPr lang="ko-KR" altLang="en-US" sz="2400" b="1">
                <a:solidFill>
                  <a:schemeClr val="bg1">
                    <a:lumMod val="50000"/>
                  </a:schemeClr>
                </a:solidFill>
                <a:latin typeface="Arial (Body)"/>
                <a:cs typeface="Arial" pitchFamily="34" charset="0"/>
              </a:endParaRPr>
            </a:p>
          </p:txBody>
        </p:sp>
      </p:grpSp>
      <p:grpSp>
        <p:nvGrpSpPr>
          <p:cNvPr id="6" name="Group 5">
            <a:extLst>
              <a:ext uri="{FF2B5EF4-FFF2-40B4-BE49-F238E27FC236}">
                <a16:creationId xmlns:a16="http://schemas.microsoft.com/office/drawing/2014/main" id="{064FF8B0-AF95-BAFC-10AC-825C4CF4DA5C}"/>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6ED8CF8C-5C43-56D1-1486-2B000D34C27A}"/>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01</a:t>
              </a:r>
              <a:endParaRPr lang="ko-KR" altLang="en-US" sz="3600" b="1">
                <a:solidFill>
                  <a:schemeClr val="bg1">
                    <a:lumMod val="50000"/>
                  </a:schemeClr>
                </a:solidFill>
                <a:latin typeface="Arial (Body)"/>
                <a:cs typeface="Arial" pitchFamily="34" charset="0"/>
              </a:endParaRPr>
            </a:p>
          </p:txBody>
        </p:sp>
        <p:sp>
          <p:nvSpPr>
            <p:cNvPr id="8" name="TextBox 7">
              <a:extLst>
                <a:ext uri="{FF2B5EF4-FFF2-40B4-BE49-F238E27FC236}">
                  <a16:creationId xmlns:a16="http://schemas.microsoft.com/office/drawing/2014/main" id="{84AC1319-9462-5549-6CEE-2F7C6C313FE7}"/>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Phát biểu bài toán</a:t>
              </a:r>
            </a:p>
          </p:txBody>
        </p:sp>
      </p:grpSp>
    </p:spTree>
    <p:extLst>
      <p:ext uri="{BB962C8B-B14F-4D97-AF65-F5344CB8AC3E}">
        <p14:creationId xmlns:p14="http://schemas.microsoft.com/office/powerpoint/2010/main" val="9686196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13BE-771F-5CFD-256B-FE1205F5D45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90331B-AD95-EC86-750A-6C9A51A9ECD9}"/>
              </a:ext>
            </a:extLst>
          </p:cNvPr>
          <p:cNvSpPr>
            <a:spLocks noGrp="1"/>
          </p:cNvSpPr>
          <p:nvPr>
            <p:ph idx="1"/>
          </p:nvPr>
        </p:nvSpPr>
        <p:spPr/>
        <p:txBody>
          <a:bodyPr/>
          <a:lstStyle/>
          <a:p>
            <a:pPr marL="0" indent="0">
              <a:buNone/>
            </a:pPr>
            <a:r>
              <a:rPr lang="en-US"/>
              <a:t>Chuẩn hóa dữ liệu:</a:t>
            </a:r>
          </a:p>
          <a:p>
            <a:pPr>
              <a:buFontTx/>
              <a:buChar char="-"/>
            </a:pPr>
            <a:r>
              <a:rPr lang="en-US"/>
              <a:t>Tăng cường ảnh:</a:t>
            </a:r>
          </a:p>
          <a:p>
            <a:pPr lvl="1">
              <a:buFontTx/>
              <a:buChar char="-"/>
            </a:pPr>
            <a:r>
              <a:rPr lang="vi-VN"/>
              <a:t>Lật ngẫu nhiên: Lật ngang với xác suất 50%.</a:t>
            </a:r>
            <a:endParaRPr lang="en-US"/>
          </a:p>
          <a:p>
            <a:pPr lvl="1">
              <a:buFontTx/>
              <a:buChar char="-"/>
            </a:pPr>
            <a:r>
              <a:rPr lang="vi-VN"/>
              <a:t>Xoay ngẫu nhiên: Trong khoảng ±15 độ.</a:t>
            </a:r>
            <a:endParaRPr lang="en-US"/>
          </a:p>
          <a:p>
            <a:pPr lvl="1">
              <a:buFontTx/>
              <a:buChar char="-"/>
            </a:pPr>
            <a:r>
              <a:rPr lang="vi-VN"/>
              <a:t>Biến đổi màu sắc (Color Jitter): Thay đổi nhẹ độ sáng, tương phản, bão hòa và sắc độ.</a:t>
            </a:r>
            <a:endParaRPr lang="en-US"/>
          </a:p>
          <a:p>
            <a:pPr lvl="1">
              <a:buFontTx/>
              <a:buChar char="-"/>
            </a:pPr>
            <a:r>
              <a:rPr lang="vi-VN"/>
              <a:t>Làm mờ (Gaussian Blur): Giúp mô hình chống chịu với nhiễu ảnh nhẹ.</a:t>
            </a:r>
          </a:p>
          <a:p>
            <a:pPr>
              <a:buFontTx/>
              <a:buChar char="-"/>
            </a:pPr>
            <a:r>
              <a:rPr lang="en-US"/>
              <a:t>Tiền xử lý: Làm chuẩn các giá trị màu về [0, 1] – Kích cỡ tùy thuộc mô hình thực nghiệm</a:t>
            </a:r>
          </a:p>
          <a:p>
            <a:pPr>
              <a:buFontTx/>
              <a:buChar char="-"/>
            </a:pPr>
            <a:endParaRPr lang="en-GB"/>
          </a:p>
        </p:txBody>
      </p:sp>
      <p:sp>
        <p:nvSpPr>
          <p:cNvPr id="3" name="Title 2">
            <a:extLst>
              <a:ext uri="{FF2B5EF4-FFF2-40B4-BE49-F238E27FC236}">
                <a16:creationId xmlns:a16="http://schemas.microsoft.com/office/drawing/2014/main" id="{C12F6014-5536-60FC-F0C0-2AA8C571FDCA}"/>
              </a:ext>
            </a:extLst>
          </p:cNvPr>
          <p:cNvSpPr>
            <a:spLocks noGrp="1"/>
          </p:cNvSpPr>
          <p:nvPr>
            <p:ph type="title"/>
          </p:nvPr>
        </p:nvSpPr>
        <p:spPr/>
        <p:txBody>
          <a:bodyPr/>
          <a:lstStyle/>
          <a:p>
            <a:r>
              <a:rPr lang="en-US"/>
              <a:t>THỰC NGHIỆM</a:t>
            </a:r>
            <a:endParaRPr lang="en-GB"/>
          </a:p>
        </p:txBody>
      </p:sp>
      <p:pic>
        <p:nvPicPr>
          <p:cNvPr id="9" name="Picture 8">
            <a:extLst>
              <a:ext uri="{FF2B5EF4-FFF2-40B4-BE49-F238E27FC236}">
                <a16:creationId xmlns:a16="http://schemas.microsoft.com/office/drawing/2014/main" id="{34167FF9-9040-8673-CC4A-711DFEF95C20}"/>
              </a:ext>
            </a:extLst>
          </p:cNvPr>
          <p:cNvPicPr>
            <a:picLocks noChangeAspect="1"/>
          </p:cNvPicPr>
          <p:nvPr/>
        </p:nvPicPr>
        <p:blipFill>
          <a:blip r:embed="rId2"/>
          <a:stretch>
            <a:fillRect/>
          </a:stretch>
        </p:blipFill>
        <p:spPr>
          <a:xfrm>
            <a:off x="417915" y="4277341"/>
            <a:ext cx="11356170" cy="1815463"/>
          </a:xfrm>
          <a:prstGeom prst="rect">
            <a:avLst/>
          </a:prstGeom>
        </p:spPr>
      </p:pic>
    </p:spTree>
    <p:extLst>
      <p:ext uri="{BB962C8B-B14F-4D97-AF65-F5344CB8AC3E}">
        <p14:creationId xmlns:p14="http://schemas.microsoft.com/office/powerpoint/2010/main" val="1800124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FC84EE-E677-6051-4711-E9532502CAD1}"/>
              </a:ext>
            </a:extLst>
          </p:cNvPr>
          <p:cNvSpPr>
            <a:spLocks noGrp="1"/>
          </p:cNvSpPr>
          <p:nvPr>
            <p:ph idx="1"/>
          </p:nvPr>
        </p:nvSpPr>
        <p:spPr/>
        <p:txBody>
          <a:bodyPr/>
          <a:lstStyle/>
          <a:p>
            <a:pPr marL="0" indent="0">
              <a:buNone/>
            </a:pPr>
            <a:r>
              <a:rPr lang="en-US"/>
              <a:t>Các mô hình sử dụng</a:t>
            </a:r>
          </a:p>
          <a:p>
            <a:pPr>
              <a:buFontTx/>
              <a:buChar char="-"/>
            </a:pPr>
            <a:r>
              <a:rPr lang="en-US"/>
              <a:t>Huấn luyện từ đầu: Mô hình CNN đơn giản</a:t>
            </a:r>
          </a:p>
          <a:p>
            <a:pPr>
              <a:buFontTx/>
              <a:buChar char="-"/>
            </a:pPr>
            <a:r>
              <a:rPr lang="en-US"/>
              <a:t>Tinh chỉnh từ mô hình đã huấn luyện:</a:t>
            </a:r>
          </a:p>
          <a:p>
            <a:pPr lvl="1">
              <a:buFontTx/>
              <a:buChar char="-"/>
            </a:pPr>
            <a:r>
              <a:rPr lang="en-US"/>
              <a:t>ResNet (Residual network)</a:t>
            </a:r>
          </a:p>
          <a:p>
            <a:pPr lvl="1">
              <a:buFontTx/>
              <a:buChar char="-"/>
            </a:pPr>
            <a:r>
              <a:rPr lang="en-US"/>
              <a:t>DenseNet (Densely connected network) 169 và 121 lớp</a:t>
            </a:r>
          </a:p>
          <a:p>
            <a:pPr lvl="1">
              <a:buFontTx/>
              <a:buChar char="-"/>
            </a:pPr>
            <a:r>
              <a:rPr lang="en-US">
                <a:highlight>
                  <a:srgbClr val="FFFF00"/>
                </a:highlight>
              </a:rPr>
              <a:t>ViT (Vision Transformer) 16</a:t>
            </a:r>
          </a:p>
          <a:p>
            <a:pPr lvl="1">
              <a:buFontTx/>
              <a:buChar char="-"/>
            </a:pPr>
            <a:endParaRPr lang="en-US"/>
          </a:p>
          <a:p>
            <a:pPr lvl="1">
              <a:buFontTx/>
              <a:buChar char="-"/>
            </a:pPr>
            <a:endParaRPr lang="en-US"/>
          </a:p>
          <a:p>
            <a:pPr>
              <a:buFontTx/>
              <a:buChar char="-"/>
            </a:pPr>
            <a:endParaRPr lang="en-GB"/>
          </a:p>
        </p:txBody>
      </p:sp>
      <p:sp>
        <p:nvSpPr>
          <p:cNvPr id="3" name="Title 2">
            <a:extLst>
              <a:ext uri="{FF2B5EF4-FFF2-40B4-BE49-F238E27FC236}">
                <a16:creationId xmlns:a16="http://schemas.microsoft.com/office/drawing/2014/main" id="{80651E2A-A6EC-98FE-32A7-937A7F48B0DC}"/>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4235459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03DBF6-D739-980A-0736-6544BC5EAA29}"/>
              </a:ext>
            </a:extLst>
          </p:cNvPr>
          <p:cNvSpPr>
            <a:spLocks noGrp="1"/>
          </p:cNvSpPr>
          <p:nvPr>
            <p:ph idx="1"/>
          </p:nvPr>
        </p:nvSpPr>
        <p:spPr/>
        <p:txBody>
          <a:bodyPr/>
          <a:lstStyle/>
          <a:p>
            <a:pPr marL="0" indent="0">
              <a:buNone/>
            </a:pPr>
            <a:r>
              <a:rPr lang="en-US" b="1"/>
              <a:t>Mô hình CNN đơn giản: </a:t>
            </a:r>
            <a:r>
              <a:rPr lang="en-US"/>
              <a:t>Kiến trúc</a:t>
            </a:r>
          </a:p>
          <a:p>
            <a:pPr marL="0" indent="0">
              <a:buNone/>
            </a:pPr>
            <a:endParaRPr lang="en-GB"/>
          </a:p>
        </p:txBody>
      </p:sp>
      <p:sp>
        <p:nvSpPr>
          <p:cNvPr id="3" name="Title 2">
            <a:extLst>
              <a:ext uri="{FF2B5EF4-FFF2-40B4-BE49-F238E27FC236}">
                <a16:creationId xmlns:a16="http://schemas.microsoft.com/office/drawing/2014/main" id="{17C98674-7C33-B0A6-9A20-7EDAC577388B}"/>
              </a:ext>
            </a:extLst>
          </p:cNvPr>
          <p:cNvSpPr>
            <a:spLocks noGrp="1"/>
          </p:cNvSpPr>
          <p:nvPr>
            <p:ph type="title"/>
          </p:nvPr>
        </p:nvSpPr>
        <p:spPr/>
        <p:txBody>
          <a:bodyPr/>
          <a:lstStyle/>
          <a:p>
            <a:r>
              <a:rPr lang="en-US"/>
              <a:t>THỰC NGHIỆM</a:t>
            </a:r>
            <a:endParaRPr lang="en-GB"/>
          </a:p>
        </p:txBody>
      </p:sp>
      <p:grpSp>
        <p:nvGrpSpPr>
          <p:cNvPr id="75" name="Group 74">
            <a:extLst>
              <a:ext uri="{FF2B5EF4-FFF2-40B4-BE49-F238E27FC236}">
                <a16:creationId xmlns:a16="http://schemas.microsoft.com/office/drawing/2014/main" id="{4451BEF4-CE06-DA63-9CD4-E18310DED8A9}"/>
              </a:ext>
            </a:extLst>
          </p:cNvPr>
          <p:cNvGrpSpPr/>
          <p:nvPr/>
        </p:nvGrpSpPr>
        <p:grpSpPr>
          <a:xfrm>
            <a:off x="667121" y="2593075"/>
            <a:ext cx="1208687" cy="1213947"/>
            <a:chOff x="748867" y="2215053"/>
            <a:chExt cx="1208687" cy="1213947"/>
          </a:xfrm>
        </p:grpSpPr>
        <p:sp>
          <p:nvSpPr>
            <p:cNvPr id="6" name="Rectangle 5">
              <a:extLst>
                <a:ext uri="{FF2B5EF4-FFF2-40B4-BE49-F238E27FC236}">
                  <a16:creationId xmlns:a16="http://schemas.microsoft.com/office/drawing/2014/main" id="{B3BC7E07-C428-14FF-3FC0-0E719073FE7E}"/>
                </a:ext>
              </a:extLst>
            </p:cNvPr>
            <p:cNvSpPr/>
            <p:nvPr/>
          </p:nvSpPr>
          <p:spPr>
            <a:xfrm>
              <a:off x="748867" y="2215053"/>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CE58C24-4009-3E86-F68E-04429BD26A16}"/>
                </a:ext>
              </a:extLst>
            </p:cNvPr>
            <p:cNvSpPr/>
            <p:nvPr/>
          </p:nvSpPr>
          <p:spPr>
            <a:xfrm>
              <a:off x="822438" y="229125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CF02B709-E0B6-0465-8185-EDC08B29F4DF}"/>
                </a:ext>
              </a:extLst>
            </p:cNvPr>
            <p:cNvSpPr/>
            <p:nvPr/>
          </p:nvSpPr>
          <p:spPr>
            <a:xfrm>
              <a:off x="896009" y="2367455"/>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4" name="Group 73">
            <a:extLst>
              <a:ext uri="{FF2B5EF4-FFF2-40B4-BE49-F238E27FC236}">
                <a16:creationId xmlns:a16="http://schemas.microsoft.com/office/drawing/2014/main" id="{A69D6E27-443F-F209-1F82-72EBD2BA2F81}"/>
              </a:ext>
            </a:extLst>
          </p:cNvPr>
          <p:cNvGrpSpPr/>
          <p:nvPr/>
        </p:nvGrpSpPr>
        <p:grpSpPr>
          <a:xfrm>
            <a:off x="2388220" y="2472206"/>
            <a:ext cx="1445170" cy="1455685"/>
            <a:chOff x="2644017" y="2215053"/>
            <a:chExt cx="1445170" cy="1455685"/>
          </a:xfrm>
        </p:grpSpPr>
        <p:sp>
          <p:nvSpPr>
            <p:cNvPr id="21" name="Rectangle 20">
              <a:extLst>
                <a:ext uri="{FF2B5EF4-FFF2-40B4-BE49-F238E27FC236}">
                  <a16:creationId xmlns:a16="http://schemas.microsoft.com/office/drawing/2014/main" id="{919C1A6C-C6A4-8E1C-D067-E5F5A13F7984}"/>
                </a:ext>
              </a:extLst>
            </p:cNvPr>
            <p:cNvSpPr/>
            <p:nvPr/>
          </p:nvSpPr>
          <p:spPr>
            <a:xfrm>
              <a:off x="2644017" y="2215053"/>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762C50CA-92D1-A69D-238E-718441852207}"/>
                </a:ext>
              </a:extLst>
            </p:cNvPr>
            <p:cNvSpPr/>
            <p:nvPr/>
          </p:nvSpPr>
          <p:spPr>
            <a:xfrm>
              <a:off x="2720742" y="2293881"/>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438492CF-1DE6-2CC7-85D2-E66C5D682E2F}"/>
                </a:ext>
              </a:extLst>
            </p:cNvPr>
            <p:cNvSpPr/>
            <p:nvPr/>
          </p:nvSpPr>
          <p:spPr>
            <a:xfrm>
              <a:off x="2797467" y="2372709"/>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51A1F741-74A5-30E3-C600-4AA17F83A044}"/>
                </a:ext>
              </a:extLst>
            </p:cNvPr>
            <p:cNvSpPr/>
            <p:nvPr/>
          </p:nvSpPr>
          <p:spPr>
            <a:xfrm>
              <a:off x="2874192" y="2451537"/>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CFC1D22A-7DD5-A004-1EA6-E1150C0A2463}"/>
                </a:ext>
              </a:extLst>
            </p:cNvPr>
            <p:cNvSpPr/>
            <p:nvPr/>
          </p:nvSpPr>
          <p:spPr>
            <a:xfrm>
              <a:off x="2950917" y="2530365"/>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B87EBBFE-65FA-ABB4-D6E9-86F357474FD8}"/>
                </a:ext>
              </a:extLst>
            </p:cNvPr>
            <p:cNvSpPr/>
            <p:nvPr/>
          </p:nvSpPr>
          <p:spPr>
            <a:xfrm>
              <a:off x="3027642" y="2609193"/>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3" name="Group 72">
            <a:extLst>
              <a:ext uri="{FF2B5EF4-FFF2-40B4-BE49-F238E27FC236}">
                <a16:creationId xmlns:a16="http://schemas.microsoft.com/office/drawing/2014/main" id="{39565F16-5334-CB66-EDAB-34B8DBA55E82}"/>
              </a:ext>
            </a:extLst>
          </p:cNvPr>
          <p:cNvGrpSpPr/>
          <p:nvPr/>
        </p:nvGrpSpPr>
        <p:grpSpPr>
          <a:xfrm>
            <a:off x="4351029" y="2609069"/>
            <a:ext cx="1191342" cy="1181958"/>
            <a:chOff x="4572593" y="2201918"/>
            <a:chExt cx="1938662" cy="1923391"/>
          </a:xfrm>
        </p:grpSpPr>
        <p:sp>
          <p:nvSpPr>
            <p:cNvPr id="36" name="Rectangle 35">
              <a:extLst>
                <a:ext uri="{FF2B5EF4-FFF2-40B4-BE49-F238E27FC236}">
                  <a16:creationId xmlns:a16="http://schemas.microsoft.com/office/drawing/2014/main" id="{6FCE3DE5-1A3A-2F7A-313F-1C7602A1CA4F}"/>
                </a:ext>
              </a:extLst>
            </p:cNvPr>
            <p:cNvSpPr/>
            <p:nvPr/>
          </p:nvSpPr>
          <p:spPr>
            <a:xfrm>
              <a:off x="4572593" y="22019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3BD1CCC9-4C83-F1AC-B6C1-9F522FE1134A}"/>
                </a:ext>
              </a:extLst>
            </p:cNvPr>
            <p:cNvSpPr/>
            <p:nvPr/>
          </p:nvSpPr>
          <p:spPr>
            <a:xfrm>
              <a:off x="4652331" y="22802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A458380C-8512-2859-4283-88AB8CE69A84}"/>
                </a:ext>
              </a:extLst>
            </p:cNvPr>
            <p:cNvSpPr/>
            <p:nvPr/>
          </p:nvSpPr>
          <p:spPr>
            <a:xfrm>
              <a:off x="4732069" y="23586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897DC0B5-CD72-373A-260B-3927363303EC}"/>
                </a:ext>
              </a:extLst>
            </p:cNvPr>
            <p:cNvSpPr/>
            <p:nvPr/>
          </p:nvSpPr>
          <p:spPr>
            <a:xfrm>
              <a:off x="4811807" y="24369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0A8BC959-6BE4-BD81-CF0E-703A8D8CE94D}"/>
                </a:ext>
              </a:extLst>
            </p:cNvPr>
            <p:cNvSpPr/>
            <p:nvPr/>
          </p:nvSpPr>
          <p:spPr>
            <a:xfrm>
              <a:off x="4891545" y="25153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2571FCDA-0908-AAFB-E18D-2AAF74CBA366}"/>
                </a:ext>
              </a:extLst>
            </p:cNvPr>
            <p:cNvSpPr/>
            <p:nvPr/>
          </p:nvSpPr>
          <p:spPr>
            <a:xfrm>
              <a:off x="4971283" y="25936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4EE45A6B-4C7E-C884-1E58-1570B6B02B78}"/>
                </a:ext>
              </a:extLst>
            </p:cNvPr>
            <p:cNvSpPr/>
            <p:nvPr/>
          </p:nvSpPr>
          <p:spPr>
            <a:xfrm>
              <a:off x="5051021" y="26720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24166B1D-7F74-C7F8-F507-E8F836D10146}"/>
                </a:ext>
              </a:extLst>
            </p:cNvPr>
            <p:cNvSpPr/>
            <p:nvPr/>
          </p:nvSpPr>
          <p:spPr>
            <a:xfrm>
              <a:off x="5130759" y="27503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8F7BA24F-BE7B-A63F-BE10-5134B95CBA5B}"/>
                </a:ext>
              </a:extLst>
            </p:cNvPr>
            <p:cNvSpPr/>
            <p:nvPr/>
          </p:nvSpPr>
          <p:spPr>
            <a:xfrm>
              <a:off x="5210497" y="28287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4D623A15-2D4F-F9B0-A3FB-D9D5B6169238}"/>
                </a:ext>
              </a:extLst>
            </p:cNvPr>
            <p:cNvSpPr/>
            <p:nvPr/>
          </p:nvSpPr>
          <p:spPr>
            <a:xfrm>
              <a:off x="5290235" y="290706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94CBB683-6B56-2C7E-72D7-6FAF3F73F70F}"/>
                </a:ext>
              </a:extLst>
            </p:cNvPr>
            <p:cNvSpPr/>
            <p:nvPr/>
          </p:nvSpPr>
          <p:spPr>
            <a:xfrm>
              <a:off x="5369973" y="29854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3EC6D8DB-5FA5-792D-2BAD-E7597EE3F0FC}"/>
                </a:ext>
              </a:extLst>
            </p:cNvPr>
            <p:cNvSpPr/>
            <p:nvPr/>
          </p:nvSpPr>
          <p:spPr>
            <a:xfrm>
              <a:off x="5449710" y="306376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 name="Group 71">
            <a:extLst>
              <a:ext uri="{FF2B5EF4-FFF2-40B4-BE49-F238E27FC236}">
                <a16:creationId xmlns:a16="http://schemas.microsoft.com/office/drawing/2014/main" id="{2998AF50-A0D4-661F-8DEF-062CC952D824}"/>
              </a:ext>
            </a:extLst>
          </p:cNvPr>
          <p:cNvGrpSpPr/>
          <p:nvPr/>
        </p:nvGrpSpPr>
        <p:grpSpPr>
          <a:xfrm>
            <a:off x="6215066" y="2852135"/>
            <a:ext cx="700313" cy="695826"/>
            <a:chOff x="6777797" y="2112582"/>
            <a:chExt cx="2898399" cy="2879827"/>
          </a:xfrm>
        </p:grpSpPr>
        <p:sp>
          <p:nvSpPr>
            <p:cNvPr id="48" name="Rectangle 47">
              <a:extLst>
                <a:ext uri="{FF2B5EF4-FFF2-40B4-BE49-F238E27FC236}">
                  <a16:creationId xmlns:a16="http://schemas.microsoft.com/office/drawing/2014/main" id="{BBE08A1A-985A-F30E-74F9-8B308C673BFC}"/>
                </a:ext>
              </a:extLst>
            </p:cNvPr>
            <p:cNvSpPr/>
            <p:nvPr/>
          </p:nvSpPr>
          <p:spPr>
            <a:xfrm>
              <a:off x="6777797" y="211258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485D55E0-D73C-EAA2-A21B-BA04875671FF}"/>
                </a:ext>
              </a:extLst>
            </p:cNvPr>
            <p:cNvSpPr/>
            <p:nvPr/>
          </p:nvSpPr>
          <p:spPr>
            <a:xfrm>
              <a:off x="6857660" y="219163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338B9403-F72A-695A-DA63-C2FABBD7E47F}"/>
                </a:ext>
              </a:extLst>
            </p:cNvPr>
            <p:cNvSpPr/>
            <p:nvPr/>
          </p:nvSpPr>
          <p:spPr>
            <a:xfrm>
              <a:off x="6937523" y="227069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62A4BAF3-E6AB-4A2C-D6A8-11ABC9F8EEEF}"/>
                </a:ext>
              </a:extLst>
            </p:cNvPr>
            <p:cNvSpPr/>
            <p:nvPr/>
          </p:nvSpPr>
          <p:spPr>
            <a:xfrm>
              <a:off x="7017386" y="234975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27491785-737D-0D98-6EE5-44083669B71D}"/>
                </a:ext>
              </a:extLst>
            </p:cNvPr>
            <p:cNvSpPr/>
            <p:nvPr/>
          </p:nvSpPr>
          <p:spPr>
            <a:xfrm>
              <a:off x="7097249" y="242880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762FCE1F-1C25-027D-7E24-DA23AF4F8676}"/>
                </a:ext>
              </a:extLst>
            </p:cNvPr>
            <p:cNvSpPr/>
            <p:nvPr/>
          </p:nvSpPr>
          <p:spPr>
            <a:xfrm>
              <a:off x="7177112" y="250786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AA713C00-A185-184D-714A-F5200A329205}"/>
                </a:ext>
              </a:extLst>
            </p:cNvPr>
            <p:cNvSpPr/>
            <p:nvPr/>
          </p:nvSpPr>
          <p:spPr>
            <a:xfrm>
              <a:off x="7256975" y="258691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7F772D6A-50E0-0D55-A839-CC0B64A164BC}"/>
                </a:ext>
              </a:extLst>
            </p:cNvPr>
            <p:cNvSpPr/>
            <p:nvPr/>
          </p:nvSpPr>
          <p:spPr>
            <a:xfrm>
              <a:off x="7336839" y="2665974"/>
              <a:ext cx="1061544" cy="10615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4ACDDD54-2B57-BE25-2680-943831626776}"/>
                </a:ext>
              </a:extLst>
            </p:cNvPr>
            <p:cNvSpPr/>
            <p:nvPr/>
          </p:nvSpPr>
          <p:spPr>
            <a:xfrm>
              <a:off x="7416701" y="274503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30407F8D-13D9-0EF4-6035-64691D18B973}"/>
                </a:ext>
              </a:extLst>
            </p:cNvPr>
            <p:cNvSpPr/>
            <p:nvPr/>
          </p:nvSpPr>
          <p:spPr>
            <a:xfrm>
              <a:off x="7496564" y="282408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204E8668-9650-FA39-9C41-E2997E9F08F2}"/>
                </a:ext>
              </a:extLst>
            </p:cNvPr>
            <p:cNvSpPr/>
            <p:nvPr/>
          </p:nvSpPr>
          <p:spPr>
            <a:xfrm>
              <a:off x="7576427" y="290314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B2D4A4D6-861B-54C4-B94E-C69295F947F5}"/>
                </a:ext>
              </a:extLst>
            </p:cNvPr>
            <p:cNvSpPr/>
            <p:nvPr/>
          </p:nvSpPr>
          <p:spPr>
            <a:xfrm>
              <a:off x="7656290" y="298219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FACE85BE-BDF7-17CF-5191-A8F9267BB3FB}"/>
                </a:ext>
              </a:extLst>
            </p:cNvPr>
            <p:cNvSpPr/>
            <p:nvPr/>
          </p:nvSpPr>
          <p:spPr>
            <a:xfrm>
              <a:off x="7736153" y="306125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C29F0050-7D2A-4BFD-AAA5-46AFCA57873F}"/>
                </a:ext>
              </a:extLst>
            </p:cNvPr>
            <p:cNvSpPr/>
            <p:nvPr/>
          </p:nvSpPr>
          <p:spPr>
            <a:xfrm>
              <a:off x="7816016" y="314031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D2E41B7F-D6BC-D66E-ED5F-296D803D8DB8}"/>
                </a:ext>
              </a:extLst>
            </p:cNvPr>
            <p:cNvSpPr/>
            <p:nvPr/>
          </p:nvSpPr>
          <p:spPr>
            <a:xfrm>
              <a:off x="7895879" y="321936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DDCE94E6-A6A7-A07E-2451-C4BBDA3F292F}"/>
                </a:ext>
              </a:extLst>
            </p:cNvPr>
            <p:cNvSpPr/>
            <p:nvPr/>
          </p:nvSpPr>
          <p:spPr>
            <a:xfrm>
              <a:off x="7975742" y="329842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A7AD4BCB-781E-820A-63F0-C9DB9DF6EC06}"/>
                </a:ext>
              </a:extLst>
            </p:cNvPr>
            <p:cNvSpPr/>
            <p:nvPr/>
          </p:nvSpPr>
          <p:spPr>
            <a:xfrm>
              <a:off x="8055605" y="337747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a:extLst>
                <a:ext uri="{FF2B5EF4-FFF2-40B4-BE49-F238E27FC236}">
                  <a16:creationId xmlns:a16="http://schemas.microsoft.com/office/drawing/2014/main" id="{26870085-0DC6-F7C0-20CE-D3E0B9861D4D}"/>
                </a:ext>
              </a:extLst>
            </p:cNvPr>
            <p:cNvSpPr/>
            <p:nvPr/>
          </p:nvSpPr>
          <p:spPr>
            <a:xfrm>
              <a:off x="8135468" y="345653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BCC36E4E-CC31-4177-CEBC-7CAF0DA4E9BC}"/>
                </a:ext>
              </a:extLst>
            </p:cNvPr>
            <p:cNvSpPr/>
            <p:nvPr/>
          </p:nvSpPr>
          <p:spPr>
            <a:xfrm>
              <a:off x="8215331" y="3535590"/>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F24C953F-F970-AFD3-CE7A-A37D86A3D2E3}"/>
                </a:ext>
              </a:extLst>
            </p:cNvPr>
            <p:cNvSpPr/>
            <p:nvPr/>
          </p:nvSpPr>
          <p:spPr>
            <a:xfrm>
              <a:off x="8295194" y="3614646"/>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6A3BFAA2-E9DD-C942-C0CC-4BF9172AC77C}"/>
                </a:ext>
              </a:extLst>
            </p:cNvPr>
            <p:cNvSpPr/>
            <p:nvPr/>
          </p:nvSpPr>
          <p:spPr>
            <a:xfrm>
              <a:off x="8375057" y="3693702"/>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7CEBB8E6-059A-EFDA-C189-D5C26AD16DF6}"/>
                </a:ext>
              </a:extLst>
            </p:cNvPr>
            <p:cNvSpPr/>
            <p:nvPr/>
          </p:nvSpPr>
          <p:spPr>
            <a:xfrm>
              <a:off x="8454920" y="3772758"/>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Rectangle 69">
              <a:extLst>
                <a:ext uri="{FF2B5EF4-FFF2-40B4-BE49-F238E27FC236}">
                  <a16:creationId xmlns:a16="http://schemas.microsoft.com/office/drawing/2014/main" id="{D409BDF4-FB4A-6DB8-9DE9-D54E55EAA3CD}"/>
                </a:ext>
              </a:extLst>
            </p:cNvPr>
            <p:cNvSpPr/>
            <p:nvPr/>
          </p:nvSpPr>
          <p:spPr>
            <a:xfrm>
              <a:off x="8534783" y="3851814"/>
              <a:ext cx="1061545" cy="106154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Rectangle 70">
              <a:extLst>
                <a:ext uri="{FF2B5EF4-FFF2-40B4-BE49-F238E27FC236}">
                  <a16:creationId xmlns:a16="http://schemas.microsoft.com/office/drawing/2014/main" id="{891E694E-1097-78FD-363E-DABED38701DB}"/>
                </a:ext>
              </a:extLst>
            </p:cNvPr>
            <p:cNvSpPr/>
            <p:nvPr/>
          </p:nvSpPr>
          <p:spPr>
            <a:xfrm>
              <a:off x="8614652" y="3930865"/>
              <a:ext cx="1061544" cy="10615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5" name="Rectangle 114">
            <a:extLst>
              <a:ext uri="{FF2B5EF4-FFF2-40B4-BE49-F238E27FC236}">
                <a16:creationId xmlns:a16="http://schemas.microsoft.com/office/drawing/2014/main" id="{01132BFC-E6EA-CBB8-43A2-D11C2AD5459C}"/>
              </a:ext>
            </a:extLst>
          </p:cNvPr>
          <p:cNvSpPr/>
          <p:nvPr/>
        </p:nvSpPr>
        <p:spPr>
          <a:xfrm>
            <a:off x="9559246" y="1468469"/>
            <a:ext cx="103552" cy="34631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1" name="Group 140">
            <a:extLst>
              <a:ext uri="{FF2B5EF4-FFF2-40B4-BE49-F238E27FC236}">
                <a16:creationId xmlns:a16="http://schemas.microsoft.com/office/drawing/2014/main" id="{110537B8-598C-7F80-84B1-F9335BA45ECE}"/>
              </a:ext>
            </a:extLst>
          </p:cNvPr>
          <p:cNvGrpSpPr/>
          <p:nvPr/>
        </p:nvGrpSpPr>
        <p:grpSpPr>
          <a:xfrm>
            <a:off x="7845424" y="2850127"/>
            <a:ext cx="729170" cy="699842"/>
            <a:chOff x="8300692" y="3495639"/>
            <a:chExt cx="729170" cy="699842"/>
          </a:xfrm>
        </p:grpSpPr>
        <p:sp>
          <p:nvSpPr>
            <p:cNvPr id="116" name="Rectangle 115">
              <a:extLst>
                <a:ext uri="{FF2B5EF4-FFF2-40B4-BE49-F238E27FC236}">
                  <a16:creationId xmlns:a16="http://schemas.microsoft.com/office/drawing/2014/main" id="{AA979E67-980C-5F78-824B-9013E8BDE90D}"/>
                </a:ext>
              </a:extLst>
            </p:cNvPr>
            <p:cNvSpPr/>
            <p:nvPr/>
          </p:nvSpPr>
          <p:spPr>
            <a:xfrm>
              <a:off x="8300692" y="34956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7" name="Rectangle 116">
              <a:extLst>
                <a:ext uri="{FF2B5EF4-FFF2-40B4-BE49-F238E27FC236}">
                  <a16:creationId xmlns:a16="http://schemas.microsoft.com/office/drawing/2014/main" id="{5E773D94-A404-288B-6BF9-9F341B4566EA}"/>
                </a:ext>
              </a:extLst>
            </p:cNvPr>
            <p:cNvSpPr/>
            <p:nvPr/>
          </p:nvSpPr>
          <p:spPr>
            <a:xfrm>
              <a:off x="8327147" y="35208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Rectangle 117">
              <a:extLst>
                <a:ext uri="{FF2B5EF4-FFF2-40B4-BE49-F238E27FC236}">
                  <a16:creationId xmlns:a16="http://schemas.microsoft.com/office/drawing/2014/main" id="{6BA074D5-0232-2669-9382-FC4B8121EF8E}"/>
                </a:ext>
              </a:extLst>
            </p:cNvPr>
            <p:cNvSpPr/>
            <p:nvPr/>
          </p:nvSpPr>
          <p:spPr>
            <a:xfrm>
              <a:off x="8353602" y="35459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Rectangle 118">
              <a:extLst>
                <a:ext uri="{FF2B5EF4-FFF2-40B4-BE49-F238E27FC236}">
                  <a16:creationId xmlns:a16="http://schemas.microsoft.com/office/drawing/2014/main" id="{A7DD64F8-0266-E6C1-7616-DE768C1B961B}"/>
                </a:ext>
              </a:extLst>
            </p:cNvPr>
            <p:cNvSpPr/>
            <p:nvPr/>
          </p:nvSpPr>
          <p:spPr>
            <a:xfrm>
              <a:off x="8380057" y="35711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Rectangle 119">
              <a:extLst>
                <a:ext uri="{FF2B5EF4-FFF2-40B4-BE49-F238E27FC236}">
                  <a16:creationId xmlns:a16="http://schemas.microsoft.com/office/drawing/2014/main" id="{1E1764CE-16FF-ECE1-D006-3AD9EA86599F}"/>
                </a:ext>
              </a:extLst>
            </p:cNvPr>
            <p:cNvSpPr/>
            <p:nvPr/>
          </p:nvSpPr>
          <p:spPr>
            <a:xfrm>
              <a:off x="8406512" y="35963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extLst>
                <a:ext uri="{FF2B5EF4-FFF2-40B4-BE49-F238E27FC236}">
                  <a16:creationId xmlns:a16="http://schemas.microsoft.com/office/drawing/2014/main" id="{7EF98D1A-09A2-7386-9A7E-0C99EB779C01}"/>
                </a:ext>
              </a:extLst>
            </p:cNvPr>
            <p:cNvSpPr/>
            <p:nvPr/>
          </p:nvSpPr>
          <p:spPr>
            <a:xfrm>
              <a:off x="8432967" y="36215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ectangle 121">
              <a:extLst>
                <a:ext uri="{FF2B5EF4-FFF2-40B4-BE49-F238E27FC236}">
                  <a16:creationId xmlns:a16="http://schemas.microsoft.com/office/drawing/2014/main" id="{DCE48BAE-C2EF-B02E-FBFE-EB9487513F26}"/>
                </a:ext>
              </a:extLst>
            </p:cNvPr>
            <p:cNvSpPr/>
            <p:nvPr/>
          </p:nvSpPr>
          <p:spPr>
            <a:xfrm>
              <a:off x="8459422" y="36467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extLst>
                <a:ext uri="{FF2B5EF4-FFF2-40B4-BE49-F238E27FC236}">
                  <a16:creationId xmlns:a16="http://schemas.microsoft.com/office/drawing/2014/main" id="{E173D765-BE77-7822-7BAC-1FF98DDBC78E}"/>
                </a:ext>
              </a:extLst>
            </p:cNvPr>
            <p:cNvSpPr/>
            <p:nvPr/>
          </p:nvSpPr>
          <p:spPr>
            <a:xfrm>
              <a:off x="8485877" y="36718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Rectangle 123">
              <a:extLst>
                <a:ext uri="{FF2B5EF4-FFF2-40B4-BE49-F238E27FC236}">
                  <a16:creationId xmlns:a16="http://schemas.microsoft.com/office/drawing/2014/main" id="{EB1A4F0C-7562-F99E-1898-005C219EC5E1}"/>
                </a:ext>
              </a:extLst>
            </p:cNvPr>
            <p:cNvSpPr/>
            <p:nvPr/>
          </p:nvSpPr>
          <p:spPr>
            <a:xfrm>
              <a:off x="8512332" y="36970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5" name="Rectangle 124">
              <a:extLst>
                <a:ext uri="{FF2B5EF4-FFF2-40B4-BE49-F238E27FC236}">
                  <a16:creationId xmlns:a16="http://schemas.microsoft.com/office/drawing/2014/main" id="{2B7B70FC-4708-9B83-BCD2-0F21080F7713}"/>
                </a:ext>
              </a:extLst>
            </p:cNvPr>
            <p:cNvSpPr/>
            <p:nvPr/>
          </p:nvSpPr>
          <p:spPr>
            <a:xfrm>
              <a:off x="8538787" y="37222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Rectangle 125">
              <a:extLst>
                <a:ext uri="{FF2B5EF4-FFF2-40B4-BE49-F238E27FC236}">
                  <a16:creationId xmlns:a16="http://schemas.microsoft.com/office/drawing/2014/main" id="{0E34BE6C-06C9-88D7-38A3-79DB473FCA3A}"/>
                </a:ext>
              </a:extLst>
            </p:cNvPr>
            <p:cNvSpPr/>
            <p:nvPr/>
          </p:nvSpPr>
          <p:spPr>
            <a:xfrm>
              <a:off x="8565242" y="37474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Rectangle 126">
              <a:extLst>
                <a:ext uri="{FF2B5EF4-FFF2-40B4-BE49-F238E27FC236}">
                  <a16:creationId xmlns:a16="http://schemas.microsoft.com/office/drawing/2014/main" id="{ECF0B5E1-48ED-5A2E-2A84-17DDC9C6CE0A}"/>
                </a:ext>
              </a:extLst>
            </p:cNvPr>
            <p:cNvSpPr/>
            <p:nvPr/>
          </p:nvSpPr>
          <p:spPr>
            <a:xfrm>
              <a:off x="8591697" y="37726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Rectangle 127">
              <a:extLst>
                <a:ext uri="{FF2B5EF4-FFF2-40B4-BE49-F238E27FC236}">
                  <a16:creationId xmlns:a16="http://schemas.microsoft.com/office/drawing/2014/main" id="{A8ABB6E4-41F9-F982-9219-9A7D7132517A}"/>
                </a:ext>
              </a:extLst>
            </p:cNvPr>
            <p:cNvSpPr/>
            <p:nvPr/>
          </p:nvSpPr>
          <p:spPr>
            <a:xfrm>
              <a:off x="8618152" y="37977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Rectangle 128">
              <a:extLst>
                <a:ext uri="{FF2B5EF4-FFF2-40B4-BE49-F238E27FC236}">
                  <a16:creationId xmlns:a16="http://schemas.microsoft.com/office/drawing/2014/main" id="{3B34985A-11B6-FFB6-9E82-E7AF9BACC689}"/>
                </a:ext>
              </a:extLst>
            </p:cNvPr>
            <p:cNvSpPr/>
            <p:nvPr/>
          </p:nvSpPr>
          <p:spPr>
            <a:xfrm>
              <a:off x="8644607" y="38229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Rectangle 129">
              <a:extLst>
                <a:ext uri="{FF2B5EF4-FFF2-40B4-BE49-F238E27FC236}">
                  <a16:creationId xmlns:a16="http://schemas.microsoft.com/office/drawing/2014/main" id="{2AA4B562-5818-50AE-75C8-4B40C07FC4A7}"/>
                </a:ext>
              </a:extLst>
            </p:cNvPr>
            <p:cNvSpPr/>
            <p:nvPr/>
          </p:nvSpPr>
          <p:spPr>
            <a:xfrm>
              <a:off x="8671062" y="38481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Rectangle 130">
              <a:extLst>
                <a:ext uri="{FF2B5EF4-FFF2-40B4-BE49-F238E27FC236}">
                  <a16:creationId xmlns:a16="http://schemas.microsoft.com/office/drawing/2014/main" id="{FCBEAD7F-F3A2-FD9B-E936-F420A9BF577B}"/>
                </a:ext>
              </a:extLst>
            </p:cNvPr>
            <p:cNvSpPr/>
            <p:nvPr/>
          </p:nvSpPr>
          <p:spPr>
            <a:xfrm>
              <a:off x="8697517" y="38733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2" name="Rectangle 131">
              <a:extLst>
                <a:ext uri="{FF2B5EF4-FFF2-40B4-BE49-F238E27FC236}">
                  <a16:creationId xmlns:a16="http://schemas.microsoft.com/office/drawing/2014/main" id="{A13B2599-4421-C641-DA97-0F0C49CD3FBF}"/>
                </a:ext>
              </a:extLst>
            </p:cNvPr>
            <p:cNvSpPr/>
            <p:nvPr/>
          </p:nvSpPr>
          <p:spPr>
            <a:xfrm>
              <a:off x="8723972" y="38985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Rectangle 132">
              <a:extLst>
                <a:ext uri="{FF2B5EF4-FFF2-40B4-BE49-F238E27FC236}">
                  <a16:creationId xmlns:a16="http://schemas.microsoft.com/office/drawing/2014/main" id="{D47494CC-B13D-E4A6-A3D8-D0BAD72FF2CB}"/>
                </a:ext>
              </a:extLst>
            </p:cNvPr>
            <p:cNvSpPr/>
            <p:nvPr/>
          </p:nvSpPr>
          <p:spPr>
            <a:xfrm>
              <a:off x="8750427" y="39236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Rectangle 133">
              <a:extLst>
                <a:ext uri="{FF2B5EF4-FFF2-40B4-BE49-F238E27FC236}">
                  <a16:creationId xmlns:a16="http://schemas.microsoft.com/office/drawing/2014/main" id="{2C088C86-4F78-67E2-CFAC-43AD82CA4317}"/>
                </a:ext>
              </a:extLst>
            </p:cNvPr>
            <p:cNvSpPr/>
            <p:nvPr/>
          </p:nvSpPr>
          <p:spPr>
            <a:xfrm>
              <a:off x="8776882" y="394887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Rectangle 134">
              <a:extLst>
                <a:ext uri="{FF2B5EF4-FFF2-40B4-BE49-F238E27FC236}">
                  <a16:creationId xmlns:a16="http://schemas.microsoft.com/office/drawing/2014/main" id="{8F0FE0ED-B403-65DE-0638-717E9B085F0E}"/>
                </a:ext>
              </a:extLst>
            </p:cNvPr>
            <p:cNvSpPr/>
            <p:nvPr/>
          </p:nvSpPr>
          <p:spPr>
            <a:xfrm>
              <a:off x="8803337" y="397405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Rectangle 135">
              <a:extLst>
                <a:ext uri="{FF2B5EF4-FFF2-40B4-BE49-F238E27FC236}">
                  <a16:creationId xmlns:a16="http://schemas.microsoft.com/office/drawing/2014/main" id="{CD50F45A-07B3-4248-49BE-76C56D4839D8}"/>
                </a:ext>
              </a:extLst>
            </p:cNvPr>
            <p:cNvSpPr/>
            <p:nvPr/>
          </p:nvSpPr>
          <p:spPr>
            <a:xfrm>
              <a:off x="8829792" y="399923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7" name="Rectangle 136">
              <a:extLst>
                <a:ext uri="{FF2B5EF4-FFF2-40B4-BE49-F238E27FC236}">
                  <a16:creationId xmlns:a16="http://schemas.microsoft.com/office/drawing/2014/main" id="{3669FFAF-21DD-C7D6-3E88-4E8425A7F345}"/>
                </a:ext>
              </a:extLst>
            </p:cNvPr>
            <p:cNvSpPr/>
            <p:nvPr/>
          </p:nvSpPr>
          <p:spPr>
            <a:xfrm>
              <a:off x="8856247" y="402441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Rectangle 137">
              <a:extLst>
                <a:ext uri="{FF2B5EF4-FFF2-40B4-BE49-F238E27FC236}">
                  <a16:creationId xmlns:a16="http://schemas.microsoft.com/office/drawing/2014/main" id="{71E6456F-B9F9-8827-18DD-B9242A3D8B8D}"/>
                </a:ext>
              </a:extLst>
            </p:cNvPr>
            <p:cNvSpPr/>
            <p:nvPr/>
          </p:nvSpPr>
          <p:spPr>
            <a:xfrm>
              <a:off x="8882702" y="4049599"/>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9" name="Rectangle 138">
              <a:extLst>
                <a:ext uri="{FF2B5EF4-FFF2-40B4-BE49-F238E27FC236}">
                  <a16:creationId xmlns:a16="http://schemas.microsoft.com/office/drawing/2014/main" id="{19D50F16-58AA-6919-49A6-34B3AA493BDD}"/>
                </a:ext>
              </a:extLst>
            </p:cNvPr>
            <p:cNvSpPr/>
            <p:nvPr/>
          </p:nvSpPr>
          <p:spPr>
            <a:xfrm>
              <a:off x="8909154" y="4074773"/>
              <a:ext cx="120708" cy="12070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42" name="Rectangle 141">
            <a:extLst>
              <a:ext uri="{FF2B5EF4-FFF2-40B4-BE49-F238E27FC236}">
                <a16:creationId xmlns:a16="http://schemas.microsoft.com/office/drawing/2014/main" id="{54219984-2DCD-6339-B4B2-9C1A45D6F8C4}"/>
              </a:ext>
            </a:extLst>
          </p:cNvPr>
          <p:cNvSpPr/>
          <p:nvPr/>
        </p:nvSpPr>
        <p:spPr>
          <a:xfrm>
            <a:off x="10539943" y="3077648"/>
            <a:ext cx="122400" cy="24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Oval 142">
            <a:extLst>
              <a:ext uri="{FF2B5EF4-FFF2-40B4-BE49-F238E27FC236}">
                <a16:creationId xmlns:a16="http://schemas.microsoft.com/office/drawing/2014/main" id="{E3D3C48A-D5BE-B2DD-F978-D0E73D3445BF}"/>
              </a:ext>
            </a:extLst>
          </p:cNvPr>
          <p:cNvSpPr/>
          <p:nvPr/>
        </p:nvSpPr>
        <p:spPr>
          <a:xfrm>
            <a:off x="11357453" y="3125415"/>
            <a:ext cx="149267" cy="1492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Content Placeholder 1">
            <a:extLst>
              <a:ext uri="{FF2B5EF4-FFF2-40B4-BE49-F238E27FC236}">
                <a16:creationId xmlns:a16="http://schemas.microsoft.com/office/drawing/2014/main" id="{2D98C403-5D5A-22E1-860D-937E5BF10F67}"/>
              </a:ext>
            </a:extLst>
          </p:cNvPr>
          <p:cNvSpPr txBox="1">
            <a:spLocks/>
          </p:cNvSpPr>
          <p:nvPr/>
        </p:nvSpPr>
        <p:spPr>
          <a:xfrm>
            <a:off x="510942" y="5186859"/>
            <a:ext cx="1521045" cy="1054283"/>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Input</a:t>
            </a:r>
            <a:br>
              <a:rPr lang="en-US"/>
            </a:br>
            <a:endParaRPr lang="en-US"/>
          </a:p>
          <a:p>
            <a:pPr marL="0" indent="0" algn="ctr">
              <a:buFont typeface="Arial" panose="020B0604020202020204" pitchFamily="34" charset="0"/>
              <a:buNone/>
            </a:pPr>
            <a:r>
              <a:rPr lang="en-US"/>
              <a:t>3x96x96</a:t>
            </a:r>
            <a:endParaRPr lang="en-GB"/>
          </a:p>
        </p:txBody>
      </p:sp>
      <p:sp>
        <p:nvSpPr>
          <p:cNvPr id="145" name="Content Placeholder 1">
            <a:extLst>
              <a:ext uri="{FF2B5EF4-FFF2-40B4-BE49-F238E27FC236}">
                <a16:creationId xmlns:a16="http://schemas.microsoft.com/office/drawing/2014/main" id="{A0842309-800C-581D-8FC6-22DFB740FF4A}"/>
              </a:ext>
            </a:extLst>
          </p:cNvPr>
          <p:cNvSpPr txBox="1">
            <a:spLocks/>
          </p:cNvSpPr>
          <p:nvPr/>
        </p:nvSpPr>
        <p:spPr>
          <a:xfrm>
            <a:off x="2350283" y="5186860"/>
            <a:ext cx="1521045" cy="1054282"/>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Conv. 1</a:t>
            </a:r>
            <a:br>
              <a:rPr lang="en-US"/>
            </a:br>
            <a:r>
              <a:rPr lang="en-US"/>
              <a:t>Max Pool</a:t>
            </a:r>
          </a:p>
          <a:p>
            <a:pPr marL="0" indent="0" algn="ctr">
              <a:buFont typeface="Arial" panose="020B0604020202020204" pitchFamily="34" charset="0"/>
              <a:buNone/>
            </a:pPr>
            <a:r>
              <a:rPr lang="en-US"/>
              <a:t>16x96x96</a:t>
            </a:r>
            <a:endParaRPr lang="en-GB"/>
          </a:p>
        </p:txBody>
      </p:sp>
      <p:sp>
        <p:nvSpPr>
          <p:cNvPr id="146" name="Content Placeholder 1">
            <a:extLst>
              <a:ext uri="{FF2B5EF4-FFF2-40B4-BE49-F238E27FC236}">
                <a16:creationId xmlns:a16="http://schemas.microsoft.com/office/drawing/2014/main" id="{3C3E53E9-A633-B8C7-56A6-9507F453A054}"/>
              </a:ext>
            </a:extLst>
          </p:cNvPr>
          <p:cNvSpPr txBox="1">
            <a:spLocks/>
          </p:cNvSpPr>
          <p:nvPr/>
        </p:nvSpPr>
        <p:spPr>
          <a:xfrm>
            <a:off x="4186178" y="5186860"/>
            <a:ext cx="1521045" cy="1054282"/>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Conv. 2</a:t>
            </a:r>
            <a:br>
              <a:rPr lang="en-US"/>
            </a:br>
            <a:r>
              <a:rPr lang="en-US"/>
              <a:t>Max Pool</a:t>
            </a:r>
          </a:p>
          <a:p>
            <a:pPr marL="0" indent="0" algn="ctr">
              <a:buFont typeface="Arial" panose="020B0604020202020204" pitchFamily="34" charset="0"/>
              <a:buNone/>
            </a:pPr>
            <a:r>
              <a:rPr lang="en-US"/>
              <a:t>32x48x48</a:t>
            </a:r>
            <a:endParaRPr lang="en-GB"/>
          </a:p>
        </p:txBody>
      </p:sp>
      <p:sp>
        <p:nvSpPr>
          <p:cNvPr id="147" name="Content Placeholder 1">
            <a:extLst>
              <a:ext uri="{FF2B5EF4-FFF2-40B4-BE49-F238E27FC236}">
                <a16:creationId xmlns:a16="http://schemas.microsoft.com/office/drawing/2014/main" id="{3F9E3E53-51E7-7D11-DD18-1E3C7AA0FF06}"/>
              </a:ext>
            </a:extLst>
          </p:cNvPr>
          <p:cNvSpPr txBox="1">
            <a:spLocks/>
          </p:cNvSpPr>
          <p:nvPr/>
        </p:nvSpPr>
        <p:spPr>
          <a:xfrm>
            <a:off x="5804700" y="5186859"/>
            <a:ext cx="1521045" cy="1054273"/>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Conv. 3</a:t>
            </a:r>
            <a:br>
              <a:rPr lang="en-US"/>
            </a:br>
            <a:r>
              <a:rPr lang="en-US"/>
              <a:t>Không Pool</a:t>
            </a:r>
          </a:p>
          <a:p>
            <a:pPr marL="0" indent="0" algn="ctr">
              <a:buFont typeface="Arial" panose="020B0604020202020204" pitchFamily="34" charset="0"/>
              <a:buNone/>
            </a:pPr>
            <a:r>
              <a:rPr lang="en-US"/>
              <a:t>64x24x24</a:t>
            </a:r>
            <a:endParaRPr lang="en-GB"/>
          </a:p>
        </p:txBody>
      </p:sp>
      <p:sp>
        <p:nvSpPr>
          <p:cNvPr id="148" name="Content Placeholder 1">
            <a:extLst>
              <a:ext uri="{FF2B5EF4-FFF2-40B4-BE49-F238E27FC236}">
                <a16:creationId xmlns:a16="http://schemas.microsoft.com/office/drawing/2014/main" id="{3F05BF09-AF90-517C-39E2-02461A91A82E}"/>
              </a:ext>
            </a:extLst>
          </p:cNvPr>
          <p:cNvSpPr txBox="1">
            <a:spLocks/>
          </p:cNvSpPr>
          <p:nvPr/>
        </p:nvSpPr>
        <p:spPr>
          <a:xfrm>
            <a:off x="7449487" y="5186860"/>
            <a:ext cx="1521045" cy="1054272"/>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Global Average Pool</a:t>
            </a:r>
          </a:p>
          <a:p>
            <a:pPr marL="0" indent="0" algn="ctr">
              <a:buFont typeface="Arial" panose="020B0604020202020204" pitchFamily="34" charset="0"/>
              <a:buNone/>
            </a:pPr>
            <a:r>
              <a:rPr lang="en-US"/>
              <a:t>64x1x1</a:t>
            </a:r>
            <a:endParaRPr lang="en-GB"/>
          </a:p>
        </p:txBody>
      </p:sp>
      <p:sp>
        <p:nvSpPr>
          <p:cNvPr id="149" name="Content Placeholder 1">
            <a:extLst>
              <a:ext uri="{FF2B5EF4-FFF2-40B4-BE49-F238E27FC236}">
                <a16:creationId xmlns:a16="http://schemas.microsoft.com/office/drawing/2014/main" id="{48EA32A5-3A41-FD89-0A03-2AB779C3FED4}"/>
              </a:ext>
            </a:extLst>
          </p:cNvPr>
          <p:cNvSpPr txBox="1">
            <a:spLocks/>
          </p:cNvSpPr>
          <p:nvPr/>
        </p:nvSpPr>
        <p:spPr>
          <a:xfrm>
            <a:off x="9047531" y="5186859"/>
            <a:ext cx="1126984" cy="1054269"/>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FC. 1</a:t>
            </a:r>
            <a:br>
              <a:rPr lang="en-US"/>
            </a:br>
            <a:r>
              <a:rPr lang="en-US"/>
              <a:t>Dropout</a:t>
            </a:r>
          </a:p>
          <a:p>
            <a:pPr marL="0" indent="0" algn="ctr">
              <a:buFont typeface="Arial" panose="020B0604020202020204" pitchFamily="34" charset="0"/>
              <a:buNone/>
            </a:pPr>
            <a:r>
              <a:rPr lang="en-US"/>
              <a:t>100 x 1</a:t>
            </a:r>
            <a:endParaRPr lang="en-GB"/>
          </a:p>
        </p:txBody>
      </p:sp>
      <p:sp>
        <p:nvSpPr>
          <p:cNvPr id="150" name="Content Placeholder 1">
            <a:extLst>
              <a:ext uri="{FF2B5EF4-FFF2-40B4-BE49-F238E27FC236}">
                <a16:creationId xmlns:a16="http://schemas.microsoft.com/office/drawing/2014/main" id="{A139CF63-C7CC-841B-FFDE-AC26BC1B30B8}"/>
              </a:ext>
            </a:extLst>
          </p:cNvPr>
          <p:cNvSpPr txBox="1">
            <a:spLocks/>
          </p:cNvSpPr>
          <p:nvPr/>
        </p:nvSpPr>
        <p:spPr>
          <a:xfrm>
            <a:off x="10222230" y="5186860"/>
            <a:ext cx="757828" cy="1054268"/>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FC. 2</a:t>
            </a:r>
            <a:br>
              <a:rPr lang="en-US"/>
            </a:br>
            <a:endParaRPr lang="en-US"/>
          </a:p>
          <a:p>
            <a:pPr marL="0" indent="0" algn="ctr">
              <a:buFont typeface="Arial" panose="020B0604020202020204" pitchFamily="34" charset="0"/>
              <a:buNone/>
            </a:pPr>
            <a:r>
              <a:rPr lang="en-US"/>
              <a:t>2 x 1</a:t>
            </a:r>
            <a:endParaRPr lang="en-GB"/>
          </a:p>
        </p:txBody>
      </p:sp>
      <p:sp>
        <p:nvSpPr>
          <p:cNvPr id="151" name="Content Placeholder 1">
            <a:extLst>
              <a:ext uri="{FF2B5EF4-FFF2-40B4-BE49-F238E27FC236}">
                <a16:creationId xmlns:a16="http://schemas.microsoft.com/office/drawing/2014/main" id="{0C24EE55-5C51-F792-83E5-715AED0A77FF}"/>
              </a:ext>
            </a:extLst>
          </p:cNvPr>
          <p:cNvSpPr txBox="1">
            <a:spLocks/>
          </p:cNvSpPr>
          <p:nvPr/>
        </p:nvSpPr>
        <p:spPr>
          <a:xfrm>
            <a:off x="11027773" y="5186859"/>
            <a:ext cx="808628" cy="1054265"/>
          </a:xfrm>
          <a:prstGeom prst="rect">
            <a:avLst/>
          </a:prstGeom>
          <a:ln>
            <a:solidFill>
              <a:srgbClr val="14325A"/>
            </a:solidFill>
          </a:ln>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Output</a:t>
            </a:r>
            <a:br>
              <a:rPr lang="en-US"/>
            </a:br>
            <a:endParaRPr lang="en-US"/>
          </a:p>
          <a:p>
            <a:pPr marL="0" indent="0" algn="ctr">
              <a:buFont typeface="Arial" panose="020B0604020202020204" pitchFamily="34" charset="0"/>
              <a:buNone/>
            </a:pPr>
            <a:r>
              <a:rPr lang="en-US"/>
              <a:t>[0, 1]</a:t>
            </a:r>
            <a:endParaRPr lang="en-GB"/>
          </a:p>
        </p:txBody>
      </p:sp>
      <p:cxnSp>
        <p:nvCxnSpPr>
          <p:cNvPr id="154" name="Straight Arrow Connector 153">
            <a:extLst>
              <a:ext uri="{FF2B5EF4-FFF2-40B4-BE49-F238E27FC236}">
                <a16:creationId xmlns:a16="http://schemas.microsoft.com/office/drawing/2014/main" id="{1629BCF0-AB4D-3174-0175-FCECD737DF72}"/>
              </a:ext>
            </a:extLst>
          </p:cNvPr>
          <p:cNvCxnSpPr/>
          <p:nvPr/>
        </p:nvCxnSpPr>
        <p:spPr>
          <a:xfrm>
            <a:off x="2031987"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9BD4E5EF-1583-58D0-DC33-BE10D83B53DC}"/>
              </a:ext>
            </a:extLst>
          </p:cNvPr>
          <p:cNvCxnSpPr>
            <a:cxnSpLocks/>
          </p:cNvCxnSpPr>
          <p:nvPr/>
        </p:nvCxnSpPr>
        <p:spPr>
          <a:xfrm>
            <a:off x="3976901"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4A0CE642-AA03-03FE-3274-E4D3646B7E8C}"/>
              </a:ext>
            </a:extLst>
          </p:cNvPr>
          <p:cNvCxnSpPr/>
          <p:nvPr/>
        </p:nvCxnSpPr>
        <p:spPr>
          <a:xfrm>
            <a:off x="5580216"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84FC4A2A-1E6C-BAA5-0C6F-47DE17B4FA8E}"/>
              </a:ext>
            </a:extLst>
          </p:cNvPr>
          <p:cNvCxnSpPr/>
          <p:nvPr/>
        </p:nvCxnSpPr>
        <p:spPr>
          <a:xfrm>
            <a:off x="7198738"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9FEA6F5C-C476-5C39-F571-3D8E3BDE8D54}"/>
              </a:ext>
            </a:extLst>
          </p:cNvPr>
          <p:cNvCxnSpPr/>
          <p:nvPr/>
        </p:nvCxnSpPr>
        <p:spPr>
          <a:xfrm>
            <a:off x="8852291"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6E7FE595-2FED-98BD-7DC1-AD2049CE2952}"/>
              </a:ext>
            </a:extLst>
          </p:cNvPr>
          <p:cNvCxnSpPr>
            <a:cxnSpLocks/>
          </p:cNvCxnSpPr>
          <p:nvPr/>
        </p:nvCxnSpPr>
        <p:spPr>
          <a:xfrm>
            <a:off x="10053601"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2C871532-E6DB-D5C1-9B7B-DBD75860BF73}"/>
              </a:ext>
            </a:extLst>
          </p:cNvPr>
          <p:cNvCxnSpPr>
            <a:cxnSpLocks/>
          </p:cNvCxnSpPr>
          <p:nvPr/>
        </p:nvCxnSpPr>
        <p:spPr>
          <a:xfrm>
            <a:off x="10880915" y="3207657"/>
            <a:ext cx="254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2FC55A03-BBD8-3806-F1F7-31684E9E40A8}"/>
              </a:ext>
            </a:extLst>
          </p:cNvPr>
          <p:cNvCxnSpPr>
            <a:cxnSpLocks/>
          </p:cNvCxnSpPr>
          <p:nvPr/>
        </p:nvCxnSpPr>
        <p:spPr>
          <a:xfrm>
            <a:off x="2350283" y="4298731"/>
            <a:ext cx="45550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88380CA-0178-FCFB-FEF4-C455B01B4E19}"/>
              </a:ext>
            </a:extLst>
          </p:cNvPr>
          <p:cNvSpPr txBox="1"/>
          <p:nvPr/>
        </p:nvSpPr>
        <p:spPr>
          <a:xfrm>
            <a:off x="1912000" y="4373463"/>
            <a:ext cx="5614790" cy="369332"/>
          </a:xfrm>
          <a:prstGeom prst="rect">
            <a:avLst/>
          </a:prstGeom>
          <a:noFill/>
        </p:spPr>
        <p:txBody>
          <a:bodyPr wrap="square" rtlCol="0">
            <a:spAutoFit/>
          </a:bodyPr>
          <a:lstStyle/>
          <a:p>
            <a:r>
              <a:rPr lang="en-US"/>
              <a:t>Số kênh gấp đôi nhưng chiều dài/rộng giảm một nửa</a:t>
            </a:r>
            <a:endParaRPr lang="en-GB"/>
          </a:p>
        </p:txBody>
      </p:sp>
    </p:spTree>
    <p:extLst>
      <p:ext uri="{BB962C8B-B14F-4D97-AF65-F5344CB8AC3E}">
        <p14:creationId xmlns:p14="http://schemas.microsoft.com/office/powerpoint/2010/main" val="3910247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1ECD6-4A7C-AEAD-532F-8F504B4558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AB4070-A05A-402D-3892-163676B3A125}"/>
              </a:ext>
            </a:extLst>
          </p:cNvPr>
          <p:cNvSpPr>
            <a:spLocks noGrp="1"/>
          </p:cNvSpPr>
          <p:nvPr>
            <p:ph idx="1"/>
          </p:nvPr>
        </p:nvSpPr>
        <p:spPr>
          <a:xfrm>
            <a:off x="540620" y="1206631"/>
            <a:ext cx="11001080" cy="4970332"/>
          </a:xfrm>
        </p:spPr>
        <p:txBody>
          <a:bodyPr/>
          <a:lstStyle/>
          <a:p>
            <a:pPr marL="0" indent="0">
              <a:buNone/>
            </a:pPr>
            <a:r>
              <a:rPr lang="en-US" b="1"/>
              <a:t>Mô hình CNN đơn giản: </a:t>
            </a:r>
            <a:r>
              <a:rPr lang="en-US"/>
              <a:t>Tinh chỉnh tham số Random Grid Search</a:t>
            </a:r>
          </a:p>
          <a:p>
            <a:pPr>
              <a:buFontTx/>
              <a:buChar char="-"/>
            </a:pPr>
            <a:r>
              <a:rPr lang="en-US"/>
              <a:t>Số lần thử nghiệm: 40</a:t>
            </a:r>
          </a:p>
          <a:p>
            <a:pPr>
              <a:buFontTx/>
              <a:buChar char="-"/>
            </a:pPr>
            <a:r>
              <a:rPr lang="en-US"/>
              <a:t>Batch size: 32</a:t>
            </a:r>
          </a:p>
          <a:p>
            <a:pPr>
              <a:buFontTx/>
              <a:buChar char="-"/>
            </a:pPr>
            <a:r>
              <a:rPr lang="en-US"/>
              <a:t>Dừng sớm: nếu f1 tập kiểm thử không tăng sau 15 vòng lặp huấn luyện</a:t>
            </a:r>
          </a:p>
          <a:p>
            <a:pPr>
              <a:buFontTx/>
              <a:buChar char="-"/>
            </a:pPr>
            <a:r>
              <a:rPr lang="en-US"/>
              <a:t>Số vòng lặp huấn luyện: 50 – 100 – </a:t>
            </a:r>
            <a:r>
              <a:rPr lang="en-US" b="1"/>
              <a:t>200</a:t>
            </a:r>
            <a:r>
              <a:rPr lang="en-US"/>
              <a:t> – 300</a:t>
            </a:r>
          </a:p>
          <a:p>
            <a:pPr>
              <a:buFontTx/>
              <a:buChar char="-"/>
            </a:pPr>
            <a:r>
              <a:rPr lang="en-US"/>
              <a:t>Số tầng tích chập: </a:t>
            </a:r>
            <a:r>
              <a:rPr lang="en-US" b="1"/>
              <a:t>3</a:t>
            </a:r>
            <a:r>
              <a:rPr lang="en-US"/>
              <a:t> – 4 – 5</a:t>
            </a:r>
          </a:p>
          <a:p>
            <a:pPr>
              <a:buFontTx/>
              <a:buChar char="-"/>
            </a:pPr>
            <a:r>
              <a:rPr lang="en-US"/>
              <a:t>Số bộ lọc tầng tích chập đầu tiên: 8 – 16 – </a:t>
            </a:r>
            <a:r>
              <a:rPr lang="en-US" b="1"/>
              <a:t>32</a:t>
            </a:r>
          </a:p>
          <a:p>
            <a:pPr>
              <a:buFontTx/>
              <a:buChar char="-"/>
            </a:pPr>
            <a:r>
              <a:rPr lang="en-US"/>
              <a:t>Kích thước đầu ra lớp kết nối đầy đủ đầu tiên: 64 – 100 – </a:t>
            </a:r>
            <a:r>
              <a:rPr lang="en-US" b="1"/>
              <a:t>128</a:t>
            </a:r>
            <a:r>
              <a:rPr lang="en-US"/>
              <a:t> – 256</a:t>
            </a:r>
          </a:p>
          <a:p>
            <a:pPr>
              <a:buFontTx/>
              <a:buChar char="-"/>
            </a:pPr>
            <a:r>
              <a:rPr lang="en-US"/>
              <a:t>Tỷ lệ dropout lớp kết nối đầy đủ đầu tiên: </a:t>
            </a:r>
            <a:r>
              <a:rPr lang="en-US" b="1"/>
              <a:t>0,10</a:t>
            </a:r>
            <a:r>
              <a:rPr lang="en-US"/>
              <a:t> – 0,25 – 0,35 – 0,5</a:t>
            </a:r>
          </a:p>
        </p:txBody>
      </p:sp>
      <p:sp>
        <p:nvSpPr>
          <p:cNvPr id="3" name="Title 2">
            <a:extLst>
              <a:ext uri="{FF2B5EF4-FFF2-40B4-BE49-F238E27FC236}">
                <a16:creationId xmlns:a16="http://schemas.microsoft.com/office/drawing/2014/main" id="{8B2E1F99-815F-EA87-99B6-BF9CD1A8B40E}"/>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2281861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FFE8-6AD1-0EC2-B71C-464CC1F6F3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BDBCDF-128F-F6E2-3BA8-2D2FF093A38D}"/>
              </a:ext>
            </a:extLst>
          </p:cNvPr>
          <p:cNvSpPr>
            <a:spLocks noGrp="1"/>
          </p:cNvSpPr>
          <p:nvPr>
            <p:ph idx="1"/>
          </p:nvPr>
        </p:nvSpPr>
        <p:spPr>
          <a:xfrm>
            <a:off x="540620" y="1206631"/>
            <a:ext cx="11001080" cy="4970332"/>
          </a:xfrm>
        </p:spPr>
        <p:txBody>
          <a:bodyPr/>
          <a:lstStyle/>
          <a:p>
            <a:pPr marL="0" indent="0">
              <a:buNone/>
            </a:pPr>
            <a:r>
              <a:rPr lang="en-US" b="1"/>
              <a:t>Mô hình CNN đơn giản: </a:t>
            </a:r>
            <a:r>
              <a:rPr lang="en-US"/>
              <a:t>Kết quả thử nghiệm</a:t>
            </a:r>
          </a:p>
          <a:p>
            <a:pPr>
              <a:buFontTx/>
              <a:buChar char="-"/>
            </a:pPr>
            <a:r>
              <a:rPr lang="en-US"/>
              <a:t>Số lần thử nghiệm: 40</a:t>
            </a:r>
          </a:p>
          <a:p>
            <a:pPr>
              <a:buFontTx/>
              <a:buChar char="-"/>
            </a:pPr>
            <a:r>
              <a:rPr lang="en-US"/>
              <a:t>Batch size: 32</a:t>
            </a:r>
          </a:p>
          <a:p>
            <a:pPr>
              <a:buFontTx/>
              <a:buChar char="-"/>
            </a:pPr>
            <a:r>
              <a:rPr lang="en-US"/>
              <a:t>Dừng sớm: nếu f1 tập kiểm thử không tăng sau 15 vòng lặp huấn luyện</a:t>
            </a:r>
          </a:p>
          <a:p>
            <a:pPr>
              <a:buFontTx/>
              <a:buChar char="-"/>
            </a:pPr>
            <a:r>
              <a:rPr lang="en-US"/>
              <a:t>Số vòng lặp huấn luyện: 50 – 100 – </a:t>
            </a:r>
            <a:r>
              <a:rPr lang="en-US" b="1"/>
              <a:t>200</a:t>
            </a:r>
            <a:r>
              <a:rPr lang="en-US"/>
              <a:t> – 300</a:t>
            </a:r>
          </a:p>
          <a:p>
            <a:pPr>
              <a:buFontTx/>
              <a:buChar char="-"/>
            </a:pPr>
            <a:r>
              <a:rPr lang="en-US"/>
              <a:t>Số tầng tích chập: </a:t>
            </a:r>
            <a:r>
              <a:rPr lang="en-US" b="1"/>
              <a:t>3</a:t>
            </a:r>
            <a:r>
              <a:rPr lang="en-US"/>
              <a:t> – 4 – 5</a:t>
            </a:r>
          </a:p>
          <a:p>
            <a:pPr>
              <a:buFontTx/>
              <a:buChar char="-"/>
            </a:pPr>
            <a:r>
              <a:rPr lang="en-US"/>
              <a:t>Số bộ lọc tầng tích chập đầu tiên: 8 – 16 – </a:t>
            </a:r>
            <a:r>
              <a:rPr lang="en-US" b="1"/>
              <a:t>32</a:t>
            </a:r>
          </a:p>
          <a:p>
            <a:pPr>
              <a:buFontTx/>
              <a:buChar char="-"/>
            </a:pPr>
            <a:r>
              <a:rPr lang="en-US"/>
              <a:t>Kích thước đầu ra lớp kết nối đầy đủ đầu tiên: 64 – 100 – </a:t>
            </a:r>
            <a:r>
              <a:rPr lang="en-US" b="1"/>
              <a:t>128</a:t>
            </a:r>
            <a:r>
              <a:rPr lang="en-US"/>
              <a:t> – 256</a:t>
            </a:r>
          </a:p>
          <a:p>
            <a:pPr>
              <a:buFontTx/>
              <a:buChar char="-"/>
            </a:pPr>
            <a:r>
              <a:rPr lang="en-US"/>
              <a:t>Tỷ lệ dropout lớp kết nối đầy đủ đầu tiên: </a:t>
            </a:r>
            <a:r>
              <a:rPr lang="en-US" b="1"/>
              <a:t>0,10</a:t>
            </a:r>
            <a:r>
              <a:rPr lang="en-US"/>
              <a:t> – 0,25 – 0,35 – 0,5</a:t>
            </a:r>
          </a:p>
        </p:txBody>
      </p:sp>
      <p:sp>
        <p:nvSpPr>
          <p:cNvPr id="3" name="Title 2">
            <a:extLst>
              <a:ext uri="{FF2B5EF4-FFF2-40B4-BE49-F238E27FC236}">
                <a16:creationId xmlns:a16="http://schemas.microsoft.com/office/drawing/2014/main" id="{85616B9D-204C-8B7C-A65B-04040C695201}"/>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355245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E8252-9354-BF3E-1240-5D0B2330F7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0B4AA1-9300-9362-12F2-2DBDC523E2FF}"/>
              </a:ext>
            </a:extLst>
          </p:cNvPr>
          <p:cNvSpPr>
            <a:spLocks noGrp="1"/>
          </p:cNvSpPr>
          <p:nvPr>
            <p:ph idx="1"/>
          </p:nvPr>
        </p:nvSpPr>
        <p:spPr>
          <a:xfrm>
            <a:off x="540620" y="1206631"/>
            <a:ext cx="11001080" cy="4970332"/>
          </a:xfrm>
        </p:spPr>
        <p:txBody>
          <a:bodyPr/>
          <a:lstStyle/>
          <a:p>
            <a:pPr marL="0" indent="0">
              <a:buNone/>
            </a:pPr>
            <a:r>
              <a:rPr lang="en-US" b="1"/>
              <a:t>Mô hình CNN đơn giản: </a:t>
            </a:r>
            <a:r>
              <a:rPr lang="en-US"/>
              <a:t>Kết quả thử nghiệm</a:t>
            </a:r>
          </a:p>
          <a:p>
            <a:pPr>
              <a:buFontTx/>
              <a:buChar char="-"/>
            </a:pPr>
            <a:r>
              <a:rPr lang="en-US"/>
              <a:t>F1 cho các kết quả dương tính (1) là </a:t>
            </a:r>
            <a:r>
              <a:rPr lang="en-US" b="1"/>
              <a:t>87,15%</a:t>
            </a:r>
            <a:r>
              <a:rPr lang="en-US"/>
              <a:t> và âm tính (0) là </a:t>
            </a:r>
            <a:r>
              <a:rPr lang="en-US" b="1"/>
              <a:t>91,29% </a:t>
            </a:r>
            <a:r>
              <a:rPr lang="en-US"/>
              <a:t>→ trung bình trọng số là </a:t>
            </a:r>
            <a:r>
              <a:rPr lang="en-US" b="1"/>
              <a:t>89,61%</a:t>
            </a:r>
          </a:p>
          <a:p>
            <a:pPr>
              <a:buFontTx/>
              <a:buChar char="-"/>
            </a:pPr>
            <a:endParaRPr lang="en-US"/>
          </a:p>
        </p:txBody>
      </p:sp>
      <p:sp>
        <p:nvSpPr>
          <p:cNvPr id="3" name="Title 2">
            <a:extLst>
              <a:ext uri="{FF2B5EF4-FFF2-40B4-BE49-F238E27FC236}">
                <a16:creationId xmlns:a16="http://schemas.microsoft.com/office/drawing/2014/main" id="{16C8D757-D186-DA76-C207-01699741B7FB}"/>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108C97FF-F8E5-B408-F618-35EA1D41CEF1}"/>
              </a:ext>
            </a:extLst>
          </p:cNvPr>
          <p:cNvPicPr>
            <a:picLocks noChangeAspect="1"/>
          </p:cNvPicPr>
          <p:nvPr/>
        </p:nvPicPr>
        <p:blipFill>
          <a:blip r:embed="rId2"/>
          <a:stretch>
            <a:fillRect/>
          </a:stretch>
        </p:blipFill>
        <p:spPr>
          <a:xfrm>
            <a:off x="452978" y="2080050"/>
            <a:ext cx="11176364" cy="3960000"/>
          </a:xfrm>
          <a:prstGeom prst="rect">
            <a:avLst/>
          </a:prstGeom>
        </p:spPr>
      </p:pic>
    </p:spTree>
    <p:extLst>
      <p:ext uri="{BB962C8B-B14F-4D97-AF65-F5344CB8AC3E}">
        <p14:creationId xmlns:p14="http://schemas.microsoft.com/office/powerpoint/2010/main" val="5260147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5D49-1830-CA35-153B-7D76FEB2028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EC90067-E02F-64F4-F0D6-2DF7C7A16C1F}"/>
              </a:ext>
            </a:extLst>
          </p:cNvPr>
          <p:cNvPicPr>
            <a:picLocks noChangeAspect="1"/>
          </p:cNvPicPr>
          <p:nvPr/>
        </p:nvPicPr>
        <p:blipFill>
          <a:blip r:embed="rId2"/>
          <a:stretch>
            <a:fillRect/>
          </a:stretch>
        </p:blipFill>
        <p:spPr>
          <a:xfrm>
            <a:off x="1597187" y="4064910"/>
            <a:ext cx="8887945" cy="1965776"/>
          </a:xfrm>
          <a:prstGeom prst="rect">
            <a:avLst/>
          </a:prstGeom>
        </p:spPr>
      </p:pic>
      <p:sp>
        <p:nvSpPr>
          <p:cNvPr id="2" name="Content Placeholder 1">
            <a:extLst>
              <a:ext uri="{FF2B5EF4-FFF2-40B4-BE49-F238E27FC236}">
                <a16:creationId xmlns:a16="http://schemas.microsoft.com/office/drawing/2014/main" id="{E4E76898-1F88-D683-9BA4-03AE8DEA31CB}"/>
              </a:ext>
            </a:extLst>
          </p:cNvPr>
          <p:cNvSpPr>
            <a:spLocks noGrp="1"/>
          </p:cNvSpPr>
          <p:nvPr>
            <p:ph idx="1"/>
          </p:nvPr>
        </p:nvSpPr>
        <p:spPr>
          <a:xfrm>
            <a:off x="540620" y="1206631"/>
            <a:ext cx="11001080" cy="3613847"/>
          </a:xfrm>
        </p:spPr>
        <p:txBody>
          <a:bodyPr/>
          <a:lstStyle/>
          <a:p>
            <a:pPr marL="0" indent="0">
              <a:spcBef>
                <a:spcPts val="300"/>
              </a:spcBef>
              <a:spcAft>
                <a:spcPts val="300"/>
              </a:spcAft>
              <a:buNone/>
            </a:pPr>
            <a:r>
              <a:rPr lang="en-US" b="1"/>
              <a:t>Mô hình DenseNet: </a:t>
            </a:r>
            <a:r>
              <a:rPr lang="en-US"/>
              <a:t>Kiến trúc</a:t>
            </a:r>
          </a:p>
          <a:p>
            <a:pPr>
              <a:spcBef>
                <a:spcPts val="300"/>
              </a:spcBef>
              <a:spcAft>
                <a:spcPts val="300"/>
              </a:spcAft>
              <a:buFontTx/>
              <a:buChar char="-"/>
            </a:pPr>
            <a:r>
              <a:rPr lang="en-US"/>
              <a:t>DenseNet là Mạng tích chập kết nối dày đặc, được phát triển bởi Huang và cộng sự trong bài báo Densely Connected Convolutional Network (2017).</a:t>
            </a:r>
          </a:p>
          <a:p>
            <a:pPr>
              <a:spcBef>
                <a:spcPts val="300"/>
              </a:spcBef>
              <a:spcAft>
                <a:spcPts val="300"/>
              </a:spcAft>
              <a:buFontTx/>
              <a:buChar char="-"/>
            </a:pPr>
            <a:r>
              <a:rPr lang="en-US"/>
              <a:t>Điểm mới: Tái sử dụng đặc trưng qua việc ghép nối các bản đồ đặc trưng từ lớp trước đó</a:t>
            </a:r>
          </a:p>
          <a:p>
            <a:pPr lvl="1">
              <a:spcBef>
                <a:spcPts val="300"/>
              </a:spcBef>
              <a:spcAft>
                <a:spcPts val="300"/>
              </a:spcAft>
              <a:buFontTx/>
              <a:buChar char="-"/>
            </a:pPr>
            <a:r>
              <a:rPr lang="en-US"/>
              <a:t>Giảm thiểu tiêu biến Gradient: Luồng gradient được cải thiện nhờ mỗi lớp có kết nối trực tiếp tới đầu vào và hàm mất mát cuối cùng</a:t>
            </a:r>
          </a:p>
          <a:p>
            <a:pPr lvl="1">
              <a:spcBef>
                <a:spcPts val="300"/>
              </a:spcBef>
              <a:spcAft>
                <a:spcPts val="300"/>
              </a:spcAft>
              <a:buFontTx/>
              <a:buChar char="-"/>
            </a:pPr>
            <a:r>
              <a:rPr lang="en-US"/>
              <a:t>Tái sử dụng đặc trưng: Tất cả các lớp đều có quyền truy cập vào các bản đồ đặc trưng từ tất cả các lớp trước đó</a:t>
            </a:r>
          </a:p>
          <a:p>
            <a:pPr lvl="1">
              <a:spcBef>
                <a:spcPts val="300"/>
              </a:spcBef>
              <a:spcAft>
                <a:spcPts val="300"/>
              </a:spcAft>
              <a:buFontTx/>
              <a:buChar char="-"/>
            </a:pPr>
            <a:r>
              <a:rPr lang="en-US"/>
              <a:t>Giảm số lượng tham số: Nhờ tái sử dụng đặc trưng thay vì học lại</a:t>
            </a:r>
          </a:p>
        </p:txBody>
      </p:sp>
      <p:sp>
        <p:nvSpPr>
          <p:cNvPr id="3" name="Title 2">
            <a:extLst>
              <a:ext uri="{FF2B5EF4-FFF2-40B4-BE49-F238E27FC236}">
                <a16:creationId xmlns:a16="http://schemas.microsoft.com/office/drawing/2014/main" id="{D9DD9FF1-BE3F-C4B0-FB00-722E0A02D070}"/>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3146810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4D7F-8D2F-304D-DBC2-5E40B70F291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A19FCF9-6BBF-23E6-1598-F1E766A3CA10}"/>
                  </a:ext>
                </a:extLst>
              </p:cNvPr>
              <p:cNvSpPr>
                <a:spLocks noGrp="1"/>
              </p:cNvSpPr>
              <p:nvPr>
                <p:ph idx="1"/>
              </p:nvPr>
            </p:nvSpPr>
            <p:spPr>
              <a:xfrm>
                <a:off x="540620" y="1206631"/>
                <a:ext cx="5450605" cy="4970332"/>
              </a:xfrm>
            </p:spPr>
            <p:txBody>
              <a:bodyPr/>
              <a:lstStyle/>
              <a:p>
                <a:pPr marL="0" indent="0">
                  <a:spcBef>
                    <a:spcPts val="300"/>
                  </a:spcBef>
                  <a:spcAft>
                    <a:spcPts val="300"/>
                  </a:spcAft>
                  <a:buNone/>
                </a:pPr>
                <a:r>
                  <a:rPr lang="en-US" b="1"/>
                  <a:t>Mô hình DenseNet: </a:t>
                </a:r>
                <a:r>
                  <a:rPr lang="en-US"/>
                  <a:t>Kiến trúc</a:t>
                </a:r>
              </a:p>
              <a:p>
                <a:pPr>
                  <a:spcBef>
                    <a:spcPts val="300"/>
                  </a:spcBef>
                  <a:spcAft>
                    <a:spcPts val="300"/>
                  </a:spcAft>
                  <a:buFontTx/>
                  <a:buChar char="-"/>
                </a:pPr>
                <a:r>
                  <a:rPr lang="en-US"/>
                  <a:t>Gồm hai thành phần là Khối Dày đặc (Dense blocks) và Lớp Chuyển tiếp (Transition layers)</a:t>
                </a:r>
              </a:p>
              <a:p>
                <a:pPr>
                  <a:spcBef>
                    <a:spcPts val="300"/>
                  </a:spcBef>
                  <a:spcAft>
                    <a:spcPts val="300"/>
                  </a:spcAft>
                  <a:buFontTx/>
                  <a:buChar char="-"/>
                </a:pPr>
                <a:r>
                  <a:rPr lang="en-US"/>
                  <a:t>Khối dày đặc: Là chuỗi các lớp tích chập</a:t>
                </a:r>
              </a:p>
              <a:p>
                <a:pPr lvl="1">
                  <a:spcBef>
                    <a:spcPts val="300"/>
                  </a:spcBef>
                  <a:spcAft>
                    <a:spcPts val="300"/>
                  </a:spcAft>
                  <a:buFontTx/>
                  <a:buChar char="-"/>
                </a:pPr>
                <a:r>
                  <a:rPr lang="en-US"/>
                  <a:t>Kết nối dày đặc: Mỗi lớp </a:t>
                </a:r>
                <a14:m>
                  <m:oMath xmlns:m="http://schemas.openxmlformats.org/officeDocument/2006/math">
                    <m:r>
                      <a:rPr lang="en-US" b="0" i="1" smtClean="0">
                        <a:latin typeface="Cambria Math" panose="02040503050406030204" pitchFamily="18" charset="0"/>
                      </a:rPr>
                      <m:t>𝐿</m:t>
                    </m:r>
                  </m:oMath>
                </a14:m>
                <a:r>
                  <a:rPr lang="en-US"/>
                  <a:t> sử dụng đầu vào là bản đồ đặc trưng từ các lớp trước đó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𝐿</m:t>
                            </m:r>
                            <m:r>
                              <a:rPr lang="en-US" b="0" i="1" smtClean="0">
                                <a:latin typeface="Cambria Math" panose="02040503050406030204" pitchFamily="18" charset="0"/>
                              </a:rPr>
                              <m:t>−1</m:t>
                            </m:r>
                          </m:sub>
                        </m:sSub>
                      </m:e>
                    </m:d>
                  </m:oMath>
                </a14:m>
                <a:r>
                  <a:rPr lang="en-US"/>
                  <a:t> và tương ứng đầu ra của nó được sử dụng làm đầu vào cho tất cả các lớp sau đó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𝑁</m:t>
                        </m:r>
                      </m:sub>
                    </m:sSub>
                    <m:r>
                      <a:rPr lang="en-US" b="0" i="1" smtClean="0">
                        <a:latin typeface="Cambria Math" panose="02040503050406030204" pitchFamily="18" charset="0"/>
                      </a:rPr>
                      <m:t>)</m:t>
                    </m:r>
                  </m:oMath>
                </a14:m>
                <a:r>
                  <a:rPr lang="en-US"/>
                  <a:t>.</a:t>
                </a:r>
              </a:p>
              <a:p>
                <a:pPr lvl="1">
                  <a:spcBef>
                    <a:spcPts val="300"/>
                  </a:spcBef>
                  <a:spcAft>
                    <a:spcPts val="300"/>
                  </a:spcAft>
                  <a:buFontTx/>
                  <a:buChar char="-"/>
                </a:pPr>
                <a:r>
                  <a:rPr lang="en-US"/>
                  <a:t>Tốc độ tăng trưởng: Mỗi lớp tạo ra </a:t>
                </a:r>
                <a14:m>
                  <m:oMath xmlns:m="http://schemas.openxmlformats.org/officeDocument/2006/math">
                    <m:r>
                      <a:rPr lang="en-US" b="0" i="1" smtClean="0">
                        <a:latin typeface="Cambria Math" panose="02040503050406030204" pitchFamily="18" charset="0"/>
                      </a:rPr>
                      <m:t>𝑘</m:t>
                    </m:r>
                  </m:oMath>
                </a14:m>
                <a:r>
                  <a:rPr lang="en-US"/>
                  <a:t> bản đồ đặc trưng mới vào kiến thức chung của khối</a:t>
                </a:r>
              </a:p>
              <a:p>
                <a:pPr lvl="1">
                  <a:spcBef>
                    <a:spcPts val="300"/>
                  </a:spcBef>
                  <a:spcAft>
                    <a:spcPts val="300"/>
                  </a:spcAft>
                  <a:buFontTx/>
                  <a:buChar char="-"/>
                </a:pPr>
                <a:r>
                  <a:rPr lang="en-US"/>
                  <a:t>Lớp thắt cổ chai: Mỗi lớp trong khối trước tiên sử dụng tích chập </a:t>
                </a:r>
                <a14:m>
                  <m:oMath xmlns:m="http://schemas.openxmlformats.org/officeDocument/2006/math">
                    <m:r>
                      <a:rPr lang="en-US" b="0" i="1" smtClean="0">
                        <a:latin typeface="Cambria Math" panose="02040503050406030204" pitchFamily="18" charset="0"/>
                      </a:rPr>
                      <m:t>1×1</m:t>
                    </m:r>
                  </m:oMath>
                </a14:m>
                <a:r>
                  <a:rPr lang="en-US"/>
                  <a:t> (giảm số lượng kênh đầu vào xuống </a:t>
                </a:r>
                <a14:m>
                  <m:oMath xmlns:m="http://schemas.openxmlformats.org/officeDocument/2006/math">
                    <m:r>
                      <a:rPr lang="en-US" b="0" i="0" smtClean="0">
                        <a:latin typeface="Cambria Math" panose="02040503050406030204" pitchFamily="18" charset="0"/>
                      </a:rPr>
                      <m:t>4</m:t>
                    </m:r>
                    <m:r>
                      <a:rPr lang="en-US" b="0" i="1" smtClean="0">
                        <a:latin typeface="Cambria Math" panose="02040503050406030204" pitchFamily="18" charset="0"/>
                      </a:rPr>
                      <m:t>×</m:t>
                    </m:r>
                    <m:r>
                      <a:rPr lang="en-US" b="0" i="1" smtClean="0">
                        <a:latin typeface="Cambria Math" panose="02040503050406030204" pitchFamily="18" charset="0"/>
                      </a:rPr>
                      <m:t>𝑘</m:t>
                    </m:r>
                  </m:oMath>
                </a14:m>
                <a:r>
                  <a:rPr lang="en-US"/>
                  <a:t>) trước khi tích chập chính </a:t>
                </a:r>
                <a14:m>
                  <m:oMath xmlns:m="http://schemas.openxmlformats.org/officeDocument/2006/math">
                    <m:r>
                      <a:rPr lang="en-US" b="0" i="1" smtClean="0">
                        <a:latin typeface="Cambria Math" panose="02040503050406030204" pitchFamily="18" charset="0"/>
                      </a:rPr>
                      <m:t>3×3</m:t>
                    </m:r>
                  </m:oMath>
                </a14:m>
                <a:r>
                  <a:rPr lang="en-US"/>
                  <a:t> (tạo ra </a:t>
                </a:r>
                <a14:m>
                  <m:oMath xmlns:m="http://schemas.openxmlformats.org/officeDocument/2006/math">
                    <m:r>
                      <a:rPr lang="en-US" b="0" i="1" smtClean="0">
                        <a:latin typeface="Cambria Math" panose="02040503050406030204" pitchFamily="18" charset="0"/>
                      </a:rPr>
                      <m:t>𝑘</m:t>
                    </m:r>
                  </m:oMath>
                </a14:m>
                <a:r>
                  <a:rPr lang="en-US"/>
                  <a:t> bản đồ đặc trưng đầu ra) để hạn chế chi phí tính toán</a:t>
                </a:r>
              </a:p>
            </p:txBody>
          </p:sp>
        </mc:Choice>
        <mc:Fallback xmlns="">
          <p:sp>
            <p:nvSpPr>
              <p:cNvPr id="2" name="Content Placeholder 1">
                <a:extLst>
                  <a:ext uri="{FF2B5EF4-FFF2-40B4-BE49-F238E27FC236}">
                    <a16:creationId xmlns:a16="http://schemas.microsoft.com/office/drawing/2014/main" id="{BA19FCF9-6BBF-23E6-1598-F1E766A3CA10}"/>
                  </a:ext>
                </a:extLst>
              </p:cNvPr>
              <p:cNvSpPr>
                <a:spLocks noGrp="1" noRot="1" noChangeAspect="1" noMove="1" noResize="1" noEditPoints="1" noAdjustHandles="1" noChangeArrowheads="1" noChangeShapeType="1" noTextEdit="1"/>
              </p:cNvSpPr>
              <p:nvPr>
                <p:ph idx="1"/>
              </p:nvPr>
            </p:nvSpPr>
            <p:spPr>
              <a:xfrm>
                <a:off x="540620" y="1206631"/>
                <a:ext cx="5450605" cy="4970332"/>
              </a:xfrm>
              <a:blipFill>
                <a:blip r:embed="rId2"/>
                <a:stretch>
                  <a:fillRect l="-671" t="-123" r="-1230"/>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2C43612A-B7B7-7CBA-6708-B51EBD7DF383}"/>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A5CB35B9-D4DB-E621-0639-7D91FAF2FAA1}"/>
              </a:ext>
            </a:extLst>
          </p:cNvPr>
          <p:cNvPicPr>
            <a:picLocks noChangeAspect="1"/>
          </p:cNvPicPr>
          <p:nvPr/>
        </p:nvPicPr>
        <p:blipFill>
          <a:blip r:embed="rId3"/>
          <a:stretch>
            <a:fillRect/>
          </a:stretch>
        </p:blipFill>
        <p:spPr>
          <a:xfrm>
            <a:off x="6391455" y="1628813"/>
            <a:ext cx="5150245" cy="4335517"/>
          </a:xfrm>
          <a:prstGeom prst="rect">
            <a:avLst/>
          </a:prstGeom>
        </p:spPr>
      </p:pic>
    </p:spTree>
    <p:extLst>
      <p:ext uri="{BB962C8B-B14F-4D97-AF65-F5344CB8AC3E}">
        <p14:creationId xmlns:p14="http://schemas.microsoft.com/office/powerpoint/2010/main" val="3680972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43D35-9ED8-6513-A2A0-A6355288582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C54AD912-5F9B-D2E3-D9FA-F2748E3A072E}"/>
                  </a:ext>
                </a:extLst>
              </p:cNvPr>
              <p:cNvSpPr>
                <a:spLocks noGrp="1"/>
              </p:cNvSpPr>
              <p:nvPr>
                <p:ph idx="1"/>
              </p:nvPr>
            </p:nvSpPr>
            <p:spPr>
              <a:xfrm>
                <a:off x="540620" y="1206631"/>
                <a:ext cx="10972800" cy="4970332"/>
              </a:xfrm>
            </p:spPr>
            <p:txBody>
              <a:bodyPr/>
              <a:lstStyle/>
              <a:p>
                <a:pPr marL="0" indent="0">
                  <a:spcBef>
                    <a:spcPts val="300"/>
                  </a:spcBef>
                  <a:spcAft>
                    <a:spcPts val="300"/>
                  </a:spcAft>
                  <a:buNone/>
                </a:pPr>
                <a:r>
                  <a:rPr lang="en-US" b="1"/>
                  <a:t>Mô hình DenseNet: </a:t>
                </a:r>
                <a:r>
                  <a:rPr lang="en-US"/>
                  <a:t>Kiến trúc</a:t>
                </a:r>
              </a:p>
              <a:p>
                <a:pPr>
                  <a:spcBef>
                    <a:spcPts val="300"/>
                  </a:spcBef>
                  <a:spcAft>
                    <a:spcPts val="300"/>
                  </a:spcAft>
                  <a:buFontTx/>
                  <a:buChar char="-"/>
                </a:pPr>
                <a:r>
                  <a:rPr lang="en-US"/>
                  <a:t>Lớp Chuyển tiếp: Đặt giữa các khối Dày đặc nhằm giảm kích thước các bản đồ đặc trưng và giảm số lượng kênh</a:t>
                </a:r>
              </a:p>
              <a:p>
                <a:pPr lvl="1">
                  <a:spcBef>
                    <a:spcPts val="300"/>
                  </a:spcBef>
                  <a:spcAft>
                    <a:spcPts val="300"/>
                  </a:spcAft>
                  <a:buFontTx/>
                  <a:buChar char="-"/>
                </a:pPr>
                <a:r>
                  <a:rPr lang="en-US"/>
                  <a:t>Tích chập </a:t>
                </a:r>
                <a14:m>
                  <m:oMath xmlns:m="http://schemas.openxmlformats.org/officeDocument/2006/math">
                    <m:r>
                      <a:rPr lang="en-US" b="0" i="1" smtClean="0">
                        <a:latin typeface="Cambria Math" panose="02040503050406030204" pitchFamily="18" charset="0"/>
                      </a:rPr>
                      <m:t>1×1</m:t>
                    </m:r>
                  </m:oMath>
                </a14:m>
                <a:r>
                  <a:rPr lang="en-US"/>
                  <a:t>: Giảm số lượng bản đồ đặc trưng </a:t>
                </a:r>
              </a:p>
              <a:p>
                <a:pPr lvl="1">
                  <a:spcBef>
                    <a:spcPts val="300"/>
                  </a:spcBef>
                  <a:spcAft>
                    <a:spcPts val="300"/>
                  </a:spcAft>
                  <a:buFontTx/>
                  <a:buChar char="-"/>
                </a:pPr>
                <a:r>
                  <a:rPr lang="en-US"/>
                  <a:t>Gộp trung bình </a:t>
                </a:r>
                <a14:m>
                  <m:oMath xmlns:m="http://schemas.openxmlformats.org/officeDocument/2006/math">
                    <m:r>
                      <a:rPr lang="en-US" b="0" i="1" smtClean="0">
                        <a:latin typeface="Cambria Math" panose="02040503050406030204" pitchFamily="18" charset="0"/>
                      </a:rPr>
                      <m:t>2×2</m:t>
                    </m:r>
                  </m:oMath>
                </a14:m>
                <a:r>
                  <a:rPr lang="en-US"/>
                  <a:t> với sải </a:t>
                </a:r>
                <a14:m>
                  <m:oMath xmlns:m="http://schemas.openxmlformats.org/officeDocument/2006/math">
                    <m:r>
                      <a:rPr lang="en-US" b="0" i="1" smtClean="0">
                        <a:latin typeface="Cambria Math" panose="02040503050406030204" pitchFamily="18" charset="0"/>
                      </a:rPr>
                      <m:t>2</m:t>
                    </m:r>
                  </m:oMath>
                </a14:m>
                <a:r>
                  <a:rPr lang="en-US"/>
                  <a:t>: Giảm một nửa kích thước chiều cao và chiều rộng của các bản đồ đặc trưng</a:t>
                </a:r>
              </a:p>
              <a:p>
                <a:pPr lvl="1">
                  <a:spcBef>
                    <a:spcPts val="300"/>
                  </a:spcBef>
                  <a:spcAft>
                    <a:spcPts val="300"/>
                  </a:spcAft>
                  <a:buFontTx/>
                  <a:buChar char="-"/>
                </a:pPr>
                <a:endParaRPr lang="en-US"/>
              </a:p>
            </p:txBody>
          </p:sp>
        </mc:Choice>
        <mc:Fallback>
          <p:sp>
            <p:nvSpPr>
              <p:cNvPr id="2" name="Content Placeholder 1">
                <a:extLst>
                  <a:ext uri="{FF2B5EF4-FFF2-40B4-BE49-F238E27FC236}">
                    <a16:creationId xmlns:a16="http://schemas.microsoft.com/office/drawing/2014/main" id="{C54AD912-5F9B-D2E3-D9FA-F2748E3A072E}"/>
                  </a:ext>
                </a:extLst>
              </p:cNvPr>
              <p:cNvSpPr>
                <a:spLocks noGrp="1" noRot="1" noChangeAspect="1" noMove="1" noResize="1" noEditPoints="1" noAdjustHandles="1" noChangeArrowheads="1" noChangeShapeType="1" noTextEdit="1"/>
              </p:cNvSpPr>
              <p:nvPr>
                <p:ph idx="1"/>
              </p:nvPr>
            </p:nvSpPr>
            <p:spPr>
              <a:xfrm>
                <a:off x="540620" y="1206631"/>
                <a:ext cx="10972800" cy="4970332"/>
              </a:xfrm>
              <a:blipFill>
                <a:blip r:embed="rId2"/>
                <a:stretch>
                  <a:fillRect l="-333" t="-123"/>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797281D9-CE53-BD92-139B-0BF7F746ECCA}"/>
              </a:ext>
            </a:extLst>
          </p:cNvPr>
          <p:cNvSpPr>
            <a:spLocks noGrp="1"/>
          </p:cNvSpPr>
          <p:nvPr>
            <p:ph type="title"/>
          </p:nvPr>
        </p:nvSpPr>
        <p:spPr/>
        <p:txBody>
          <a:bodyPr/>
          <a:lstStyle/>
          <a:p>
            <a:r>
              <a:rPr lang="en-US"/>
              <a:t>THỰC NGHIỆM</a:t>
            </a:r>
            <a:endParaRPr lang="en-GB"/>
          </a:p>
        </p:txBody>
      </p:sp>
      <p:pic>
        <p:nvPicPr>
          <p:cNvPr id="4" name="Picture 3">
            <a:extLst>
              <a:ext uri="{FF2B5EF4-FFF2-40B4-BE49-F238E27FC236}">
                <a16:creationId xmlns:a16="http://schemas.microsoft.com/office/drawing/2014/main" id="{6D2DFA5F-DD27-D203-8507-CB9062CE0ADD}"/>
              </a:ext>
            </a:extLst>
          </p:cNvPr>
          <p:cNvPicPr>
            <a:picLocks noChangeAspect="1"/>
          </p:cNvPicPr>
          <p:nvPr/>
        </p:nvPicPr>
        <p:blipFill>
          <a:blip r:embed="rId3"/>
          <a:stretch>
            <a:fillRect/>
          </a:stretch>
        </p:blipFill>
        <p:spPr>
          <a:xfrm>
            <a:off x="1583047" y="3132242"/>
            <a:ext cx="8887945" cy="1965776"/>
          </a:xfrm>
          <a:prstGeom prst="rect">
            <a:avLst/>
          </a:prstGeom>
        </p:spPr>
      </p:pic>
    </p:spTree>
    <p:extLst>
      <p:ext uri="{BB962C8B-B14F-4D97-AF65-F5344CB8AC3E}">
        <p14:creationId xmlns:p14="http://schemas.microsoft.com/office/powerpoint/2010/main" val="1743110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0C73-67D2-BEE9-8631-CBC54F22B2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DA6B8C-5847-33C0-44F4-9D9D8D32B3A9}"/>
              </a:ext>
            </a:extLst>
          </p:cNvPr>
          <p:cNvSpPr>
            <a:spLocks noGrp="1"/>
          </p:cNvSpPr>
          <p:nvPr>
            <p:ph idx="1"/>
          </p:nvPr>
        </p:nvSpPr>
        <p:spPr>
          <a:xfrm>
            <a:off x="540620" y="1206631"/>
            <a:ext cx="3327437" cy="4970332"/>
          </a:xfrm>
        </p:spPr>
        <p:txBody>
          <a:bodyPr/>
          <a:lstStyle/>
          <a:p>
            <a:pPr marL="0" indent="0">
              <a:spcBef>
                <a:spcPts val="300"/>
              </a:spcBef>
              <a:spcAft>
                <a:spcPts val="300"/>
              </a:spcAft>
              <a:buNone/>
            </a:pPr>
            <a:r>
              <a:rPr lang="en-US" b="1"/>
              <a:t>Mô hình DenseNet169:</a:t>
            </a:r>
            <a:endParaRPr lang="en-US"/>
          </a:p>
          <a:p>
            <a:pPr>
              <a:spcBef>
                <a:spcPts val="300"/>
              </a:spcBef>
              <a:spcAft>
                <a:spcPts val="300"/>
              </a:spcAft>
              <a:buFontTx/>
              <a:buChar char="-"/>
            </a:pPr>
            <a:r>
              <a:rPr lang="en-US"/>
              <a:t>Kiến trúc: 169 lớp</a:t>
            </a:r>
          </a:p>
          <a:p>
            <a:pPr>
              <a:spcBef>
                <a:spcPts val="300"/>
              </a:spcBef>
              <a:spcAft>
                <a:spcPts val="300"/>
              </a:spcAft>
              <a:buFontTx/>
              <a:buChar char="-"/>
            </a:pPr>
            <a:r>
              <a:rPr lang="en-US"/>
              <a:t>Trọng số: </a:t>
            </a:r>
            <a:r>
              <a:rPr lang="en-GB"/>
              <a:t>IMAGENET1K_V1 </a:t>
            </a:r>
            <a:r>
              <a:rPr lang="en-US"/>
              <a:t>tiền huấn luyện từ bộ dữ liệu ImageNet</a:t>
            </a:r>
          </a:p>
          <a:p>
            <a:pPr lvl="1">
              <a:spcBef>
                <a:spcPts val="300"/>
              </a:spcBef>
              <a:spcAft>
                <a:spcPts val="300"/>
              </a:spcAft>
              <a:buFontTx/>
              <a:buChar char="-"/>
            </a:pPr>
            <a:r>
              <a:rPr lang="en-US"/>
              <a:t>1,28 triệu ảnh huấn luyện</a:t>
            </a:r>
          </a:p>
          <a:p>
            <a:pPr lvl="1">
              <a:spcBef>
                <a:spcPts val="300"/>
              </a:spcBef>
              <a:spcAft>
                <a:spcPts val="300"/>
              </a:spcAft>
              <a:buFontTx/>
              <a:buChar char="-"/>
            </a:pPr>
            <a:r>
              <a:rPr lang="en-US"/>
              <a:t>50.000 ảnh kiểm định</a:t>
            </a:r>
          </a:p>
          <a:p>
            <a:pPr lvl="1">
              <a:spcBef>
                <a:spcPts val="300"/>
              </a:spcBef>
              <a:spcAft>
                <a:spcPts val="300"/>
              </a:spcAft>
              <a:buFontTx/>
              <a:buChar char="-"/>
            </a:pPr>
            <a:r>
              <a:rPr lang="en-US"/>
              <a:t>Danh mục 1.000 đối tượng</a:t>
            </a:r>
          </a:p>
        </p:txBody>
      </p:sp>
      <p:sp>
        <p:nvSpPr>
          <p:cNvPr id="3" name="Title 2">
            <a:extLst>
              <a:ext uri="{FF2B5EF4-FFF2-40B4-BE49-F238E27FC236}">
                <a16:creationId xmlns:a16="http://schemas.microsoft.com/office/drawing/2014/main" id="{0E8AE479-E1DD-F7BB-58EA-7AB68CAD1279}"/>
              </a:ext>
            </a:extLst>
          </p:cNvPr>
          <p:cNvSpPr>
            <a:spLocks noGrp="1"/>
          </p:cNvSpPr>
          <p:nvPr>
            <p:ph type="title"/>
          </p:nvPr>
        </p:nvSpPr>
        <p:spPr/>
        <p:txBody>
          <a:bodyPr/>
          <a:lstStyle/>
          <a:p>
            <a:r>
              <a:rPr lang="en-US"/>
              <a:t>THỰC NGHIỆM</a:t>
            </a:r>
            <a:endParaRPr lang="en-GB"/>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B31CEA3-9276-6120-A9F1-4E05E818D443}"/>
                  </a:ext>
                </a:extLst>
              </p:cNvPr>
              <p:cNvGraphicFramePr>
                <a:graphicFrameLocks noGrp="1"/>
              </p:cNvGraphicFramePr>
              <p:nvPr>
                <p:extLst>
                  <p:ext uri="{D42A27DB-BD31-4B8C-83A1-F6EECF244321}">
                    <p14:modId xmlns:p14="http://schemas.microsoft.com/office/powerpoint/2010/main" val="1999438533"/>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02566">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Thành phần (</a:t>
                          </a:r>
                          <a14:m>
                            <m:oMath xmlns:m="http://schemas.openxmlformats.org/officeDocument/2006/math">
                              <m:r>
                                <a:rPr lang="en-US" sz="1200" b="1" i="1" smtClean="0">
                                  <a:latin typeface="Cambria Math" panose="02040503050406030204" pitchFamily="18" charset="0"/>
                                </a:rPr>
                                <m:t>𝒌</m:t>
                              </m:r>
                              <m:r>
                                <a:rPr lang="en-US" sz="1200" b="1" i="1" smtClean="0">
                                  <a:latin typeface="Cambria Math" panose="02040503050406030204" pitchFamily="18" charset="0"/>
                                </a:rPr>
                                <m:t>=</m:t>
                              </m:r>
                              <m:r>
                                <a:rPr lang="en-US" sz="1200" b="1" i="1" smtClean="0">
                                  <a:latin typeface="Cambria Math" panose="02040503050406030204" pitchFamily="18" charset="0"/>
                                </a:rPr>
                                <m:t>𝟑𝟐</m:t>
                              </m:r>
                              <m:r>
                                <a:rPr lang="en-US" sz="1200" b="1" i="1" smtClean="0">
                                  <a:latin typeface="Cambria Math" panose="02040503050406030204" pitchFamily="18" charset="0"/>
                                </a:rPr>
                                <m:t>)</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9464842"/>
                      </a:ext>
                    </a:extLst>
                  </a:tr>
                  <a:tr h="202566">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112×112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US" sz="1200" b="0" i="1" smtClean="0">
                                  <a:latin typeface="Cambria Math" panose="02040503050406030204" pitchFamily="18" charset="0"/>
                                </a:rPr>
                                <m:t>7×7</m:t>
                              </m:r>
                            </m:oMath>
                          </a14:m>
                          <a:r>
                            <a:rPr lang="en-GB" sz="1200"/>
                            <a:t> tích</a:t>
                          </a:r>
                          <a:r>
                            <a:rPr lang="en-GB" sz="1200" baseline="0"/>
                            <a:t> chập, sải </a:t>
                          </a:r>
                          <a14:m>
                            <m:oMath xmlns:m="http://schemas.openxmlformats.org/officeDocument/2006/math">
                              <m:r>
                                <a:rPr lang="en-US" sz="1200" b="0" i="1" baseline="0" smtClean="0">
                                  <a:latin typeface="Cambria Math" panose="02040503050406030204" pitchFamily="18" charset="0"/>
                                </a:rPr>
                                <m:t>2</m:t>
                              </m:r>
                            </m:oMath>
                          </a14:m>
                          <a:r>
                            <a:rPr lang="en-GB" sz="120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1754348"/>
                      </a:ext>
                    </a:extLst>
                  </a:tr>
                  <a:tr h="202566">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3×3</m:t>
                              </m:r>
                            </m:oMath>
                          </a14:m>
                          <a:r>
                            <a:rPr lang="en-GB" sz="1200"/>
                            <a:t> gộp</a:t>
                          </a:r>
                          <a:r>
                            <a:rPr lang="en-GB" sz="1200" baseline="0"/>
                            <a:t> tối đa, sải </a:t>
                          </a:r>
                          <a14:m>
                            <m:oMath xmlns:m="http://schemas.openxmlformats.org/officeDocument/2006/math">
                              <m:r>
                                <a:rPr lang="en-US" sz="1200" b="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55316595"/>
                      </a:ext>
                    </a:extLst>
                  </a:tr>
                  <a:tr h="368041">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279861"/>
                      </a:ext>
                    </a:extLst>
                  </a:tr>
                  <a:tr h="202566">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1756236"/>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75271104"/>
                      </a:ext>
                    </a:extLst>
                  </a:tr>
                  <a:tr h="368041">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×12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8571515"/>
                      </a:ext>
                    </a:extLst>
                  </a:tr>
                  <a:tr h="20538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09703321"/>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13280307"/>
                      </a:ext>
                    </a:extLst>
                  </a:tr>
                  <a:tr h="368041">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×32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1205104"/>
                      </a:ext>
                    </a:extLst>
                  </a:tr>
                  <a:tr h="202566">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227653"/>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68312556"/>
                      </a:ext>
                    </a:extLst>
                  </a:tr>
                  <a:tr h="368041">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×32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850755"/>
                      </a:ext>
                    </a:extLst>
                  </a:tr>
                  <a:tr h="202566">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7×7</m:t>
                              </m:r>
                            </m:oMath>
                          </a14:m>
                          <a:r>
                            <a:rPr lang="en-GB" sz="1200"/>
                            <a:t> gộp</a:t>
                          </a:r>
                          <a:r>
                            <a:rPr lang="en-GB" sz="1200" baseline="0"/>
                            <a:t> trung bình toàn cục</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16298341"/>
                      </a:ext>
                    </a:extLst>
                  </a:tr>
                  <a:tr h="202566">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1000</m:t>
                              </m:r>
                              <m:r>
                                <a:rPr lang="en-US" sz="1200" b="0" i="1" smtClean="0">
                                  <a:latin typeface="Cambria Math" panose="02040503050406030204" pitchFamily="18" charset="0"/>
                                </a:rPr>
                                <m:t>𝐷</m:t>
                              </m:r>
                            </m:oMath>
                          </a14:m>
                          <a:r>
                            <a:rPr lang="en-GB" sz="1200"/>
                            <a:t> kết</a:t>
                          </a:r>
                          <a:r>
                            <a:rPr lang="en-GB" sz="1200" baseline="0"/>
                            <a:t> nối đầy đủ, softmax</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38292802"/>
                      </a:ext>
                    </a:extLst>
                  </a:tr>
                </a:tbl>
              </a:graphicData>
            </a:graphic>
          </p:graphicFrame>
        </mc:Choice>
        <mc:Fallback xmlns="">
          <p:graphicFrame>
            <p:nvGraphicFramePr>
              <p:cNvPr id="4" name="Table 3">
                <a:extLst>
                  <a:ext uri="{FF2B5EF4-FFF2-40B4-BE49-F238E27FC236}">
                    <a16:creationId xmlns:a16="http://schemas.microsoft.com/office/drawing/2014/main" id="{8B31CEA3-9276-6120-A9F1-4E05E818D443}"/>
                  </a:ext>
                </a:extLst>
              </p:cNvPr>
              <p:cNvGraphicFramePr>
                <a:graphicFrameLocks noGrp="1"/>
              </p:cNvGraphicFramePr>
              <p:nvPr>
                <p:extLst>
                  <p:ext uri="{D42A27DB-BD31-4B8C-83A1-F6EECF244321}">
                    <p14:modId xmlns:p14="http://schemas.microsoft.com/office/powerpoint/2010/main" val="1999438533"/>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74320">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2222" r="-299" b="-1744444"/>
                          </a:stretch>
                        </a:blipFill>
                      </a:tcPr>
                    </a:tc>
                    <a:extLst>
                      <a:ext uri="{0D108BD9-81ED-4DB2-BD59-A6C34878D82A}">
                        <a16:rowId xmlns:a16="http://schemas.microsoft.com/office/drawing/2014/main" val="2059464842"/>
                      </a:ext>
                    </a:extLst>
                  </a:tr>
                  <a:tr h="274320">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02222" r="-198230" b="-16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02222" r="-299" b="-1644444"/>
                          </a:stretch>
                        </a:blipFill>
                      </a:tcPr>
                    </a:tc>
                    <a:extLst>
                      <a:ext uri="{0D108BD9-81ED-4DB2-BD59-A6C34878D82A}">
                        <a16:rowId xmlns:a16="http://schemas.microsoft.com/office/drawing/2014/main" val="4191754348"/>
                      </a:ext>
                    </a:extLst>
                  </a:tr>
                  <a:tr h="274320">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202222" r="-198230" b="-15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202222" r="-299" b="-1544444"/>
                          </a:stretch>
                        </a:blipFill>
                      </a:tcPr>
                    </a:tc>
                    <a:extLst>
                      <a:ext uri="{0D108BD9-81ED-4DB2-BD59-A6C34878D82A}">
                        <a16:rowId xmlns:a16="http://schemas.microsoft.com/office/drawing/2014/main" val="1455316595"/>
                      </a:ext>
                    </a:extLst>
                  </a:tr>
                  <a:tr h="498412">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65854" r="-198230" b="-74756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65854" r="-299" b="-747561"/>
                          </a:stretch>
                        </a:blipFill>
                      </a:tcPr>
                    </a:tc>
                    <a:extLst>
                      <a:ext uri="{0D108BD9-81ED-4DB2-BD59-A6C34878D82A}">
                        <a16:rowId xmlns:a16="http://schemas.microsoft.com/office/drawing/2014/main" val="2536279861"/>
                      </a:ext>
                    </a:extLst>
                  </a:tr>
                  <a:tr h="274320">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484444" r="-198230" b="-12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484444" r="-299" b="-1262222"/>
                          </a:stretch>
                        </a:blipFill>
                      </a:tcPr>
                    </a:tc>
                    <a:extLst>
                      <a:ext uri="{0D108BD9-81ED-4DB2-BD59-A6C34878D82A}">
                        <a16:rowId xmlns:a16="http://schemas.microsoft.com/office/drawing/2014/main" val="2591756236"/>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584444" r="-198230" b="-11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584444" r="-299" b="-1162222"/>
                          </a:stretch>
                        </a:blipFill>
                      </a:tcPr>
                    </a:tc>
                    <a:extLst>
                      <a:ext uri="{0D108BD9-81ED-4DB2-BD59-A6C34878D82A}">
                        <a16:rowId xmlns:a16="http://schemas.microsoft.com/office/drawing/2014/main" val="3475271104"/>
                      </a:ext>
                    </a:extLst>
                  </a:tr>
                  <a:tr h="498412">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375610" r="-198230" b="-5378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375610" r="-299" b="-537805"/>
                          </a:stretch>
                        </a:blipFill>
                      </a:tcPr>
                    </a:tc>
                    <a:extLst>
                      <a:ext uri="{0D108BD9-81ED-4DB2-BD59-A6C34878D82A}">
                        <a16:rowId xmlns:a16="http://schemas.microsoft.com/office/drawing/2014/main" val="3298571515"/>
                      </a:ext>
                    </a:extLst>
                  </a:tr>
                  <a:tr h="27432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866667" r="-198230" b="-8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866667" r="-299" b="-880000"/>
                          </a:stretch>
                        </a:blipFill>
                      </a:tcPr>
                    </a:tc>
                    <a:extLst>
                      <a:ext uri="{0D108BD9-81ED-4DB2-BD59-A6C34878D82A}">
                        <a16:rowId xmlns:a16="http://schemas.microsoft.com/office/drawing/2014/main" val="1809703321"/>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966667" r="-198230" b="-7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966667" r="-299" b="-780000"/>
                          </a:stretch>
                        </a:blipFill>
                      </a:tcPr>
                    </a:tc>
                    <a:extLst>
                      <a:ext uri="{0D108BD9-81ED-4DB2-BD59-A6C34878D82A}">
                        <a16:rowId xmlns:a16="http://schemas.microsoft.com/office/drawing/2014/main" val="2413280307"/>
                      </a:ext>
                    </a:extLst>
                  </a:tr>
                  <a:tr h="498412">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585366" r="-198230" b="-32804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585366" r="-299" b="-328049"/>
                          </a:stretch>
                        </a:blipFill>
                      </a:tcPr>
                    </a:tc>
                    <a:extLst>
                      <a:ext uri="{0D108BD9-81ED-4DB2-BD59-A6C34878D82A}">
                        <a16:rowId xmlns:a16="http://schemas.microsoft.com/office/drawing/2014/main" val="1801205104"/>
                      </a:ext>
                    </a:extLst>
                  </a:tr>
                  <a:tr h="274320">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248889" r="-198230" b="-4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248889" r="-299" b="-497778"/>
                          </a:stretch>
                        </a:blipFill>
                      </a:tcPr>
                    </a:tc>
                    <a:extLst>
                      <a:ext uri="{0D108BD9-81ED-4DB2-BD59-A6C34878D82A}">
                        <a16:rowId xmlns:a16="http://schemas.microsoft.com/office/drawing/2014/main" val="4004227653"/>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348889" r="-198230" b="-3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348889" r="-299" b="-397778"/>
                          </a:stretch>
                        </a:blipFill>
                      </a:tcPr>
                    </a:tc>
                    <a:extLst>
                      <a:ext uri="{0D108BD9-81ED-4DB2-BD59-A6C34878D82A}">
                        <a16:rowId xmlns:a16="http://schemas.microsoft.com/office/drawing/2014/main" val="468312556"/>
                      </a:ext>
                    </a:extLst>
                  </a:tr>
                  <a:tr h="498412">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795122" r="-198230" b="-11829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795122" r="-299" b="-118293"/>
                          </a:stretch>
                        </a:blipFill>
                      </a:tcPr>
                    </a:tc>
                    <a:extLst>
                      <a:ext uri="{0D108BD9-81ED-4DB2-BD59-A6C34878D82A}">
                        <a16:rowId xmlns:a16="http://schemas.microsoft.com/office/drawing/2014/main" val="2164850755"/>
                      </a:ext>
                    </a:extLst>
                  </a:tr>
                  <a:tr h="274320">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906" t="-1631111" r="-198230" b="-11555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631111" r="-299" b="-115556"/>
                          </a:stretch>
                        </a:blipFill>
                      </a:tcPr>
                    </a:tc>
                    <a:extLst>
                      <a:ext uri="{0D108BD9-81ED-4DB2-BD59-A6C34878D82A}">
                        <a16:rowId xmlns:a16="http://schemas.microsoft.com/office/drawing/2014/main" val="2616298341"/>
                      </a:ext>
                    </a:extLst>
                  </a:tr>
                  <a:tr h="274320">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5075" t="-1731111" r="-299" b="-15556"/>
                          </a:stretch>
                        </a:blipFill>
                      </a:tcPr>
                    </a:tc>
                    <a:extLst>
                      <a:ext uri="{0D108BD9-81ED-4DB2-BD59-A6C34878D82A}">
                        <a16:rowId xmlns:a16="http://schemas.microsoft.com/office/drawing/2014/main" val="2438292802"/>
                      </a:ext>
                    </a:extLst>
                  </a:tr>
                </a:tbl>
              </a:graphicData>
            </a:graphic>
          </p:graphicFrame>
        </mc:Fallback>
      </mc:AlternateContent>
    </p:spTree>
    <p:extLst>
      <p:ext uri="{BB962C8B-B14F-4D97-AF65-F5344CB8AC3E}">
        <p14:creationId xmlns:p14="http://schemas.microsoft.com/office/powerpoint/2010/main" val="2045577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0BEF5-051D-5B0C-7B40-ADE759A9D63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E5999800-0027-DF4F-467A-5E682C6FBEA4}"/>
                  </a:ext>
                </a:extLst>
              </p:cNvPr>
              <p:cNvSpPr>
                <a:spLocks noGrp="1"/>
              </p:cNvSpPr>
              <p:nvPr>
                <p:ph idx="1"/>
              </p:nvPr>
            </p:nvSpPr>
            <p:spPr>
              <a:xfrm>
                <a:off x="540620" y="1206631"/>
                <a:ext cx="5381959" cy="4970332"/>
              </a:xfrm>
            </p:spPr>
            <p:txBody>
              <a:bodyPr/>
              <a:lstStyle/>
              <a:p>
                <a:pPr marL="0" indent="0">
                  <a:buNone/>
                </a:pPr>
                <a:r>
                  <a:rPr lang="en-US" b="1"/>
                  <a:t>Mô hình DenseNet169: </a:t>
                </a:r>
                <a:r>
                  <a:rPr lang="en-US"/>
                  <a:t>Thực nghiệm</a:t>
                </a:r>
              </a:p>
              <a:p>
                <a:pPr>
                  <a:buFontTx/>
                  <a:buChar char="-"/>
                </a:pPr>
                <a:r>
                  <a:rPr lang="en-US"/>
                  <a:t>Huấn luyện lớp phân loại (Head) – đóng băng các lớp khác</a:t>
                </a:r>
              </a:p>
              <a:p>
                <a:pPr lvl="1">
                  <a:buFontTx/>
                  <a:buChar char="-"/>
                </a:pPr>
                <a:r>
                  <a:rPr lang="en-US"/>
                  <a:t>03 vòng lặp huấn luyện</a:t>
                </a:r>
              </a:p>
              <a:p>
                <a:pPr lvl="1">
                  <a:buFontTx/>
                  <a:buChar char="-"/>
                </a:pPr>
                <a:r>
                  <a:rPr lang="en-US"/>
                  <a:t>Learning rate xác định bằng hàm lr_find (xác định learning rate ở điểm mất mát bắt đầu giảm nhanh): </a:t>
                </a:r>
                <a14:m>
                  <m:oMath xmlns:m="http://schemas.openxmlformats.org/officeDocument/2006/math">
                    <m:r>
                      <m:rPr>
                        <m:sty m:val="p"/>
                      </m:rPr>
                      <a:rPr lang="en-US" b="0" i="0" smtClean="0">
                        <a:latin typeface="Cambria Math" panose="02040503050406030204" pitchFamily="18" charset="0"/>
                      </a:rPr>
                      <m:t>le</m:t>
                    </m:r>
                    <m:r>
                      <a:rPr lang="en-US" b="0" i="1" smtClean="0">
                        <a:latin typeface="Cambria Math" panose="02040503050406030204" pitchFamily="18" charset="0"/>
                      </a:rPr>
                      <m:t>𝑎𝑟𝑛𝑖𝑛𝑔</m:t>
                    </m:r>
                    <m:r>
                      <a:rPr lang="en-US" b="0" i="1" smtClean="0">
                        <a:latin typeface="Cambria Math" panose="02040503050406030204" pitchFamily="18" charset="0"/>
                      </a:rPr>
                      <m:t>_</m:t>
                    </m:r>
                    <m:r>
                      <a:rPr lang="en-US" b="0" i="1" smtClean="0">
                        <a:latin typeface="Cambria Math" panose="02040503050406030204" pitchFamily="18" charset="0"/>
                      </a:rPr>
                      <m:t>𝑟𝑎𝑡𝑒</m:t>
                    </m:r>
                    <m:r>
                      <a:rPr lang="en-US" b="0" i="1" smtClean="0">
                        <a:latin typeface="Cambria Math" panose="02040503050406030204" pitchFamily="18" charset="0"/>
                      </a:rPr>
                      <m:t>=5×</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−5</m:t>
                        </m:r>
                      </m:sup>
                    </m:sSup>
                  </m:oMath>
                </a14:m>
                <a:endParaRPr lang="en-US"/>
              </a:p>
              <a:p>
                <a:pPr>
                  <a:buFontTx/>
                  <a:buChar char="-"/>
                </a:pPr>
                <a:r>
                  <a:rPr lang="en-US"/>
                  <a:t>Huấn luyện đầy đủ – sau  bỏ đóng băng:</a:t>
                </a:r>
              </a:p>
              <a:p>
                <a:pPr lvl="1">
                  <a:buFontTx/>
                  <a:buChar char="-"/>
                </a:pPr>
                <a:r>
                  <a:rPr lang="en-US"/>
                  <a:t>16 vòng lặp huấn luyện</a:t>
                </a:r>
              </a:p>
              <a:p>
                <a:pPr lvl="1">
                  <a:buFontTx/>
                  <a:buChar char="-"/>
                </a:pPr>
                <a:r>
                  <a:rPr lang="en-US"/>
                  <a:t>Dừng sớm sau 3 vòng lặp nếu f1 của tập kiểm thử không tăng → kết quả tốt nhất ở 10 vòng</a:t>
                </a:r>
              </a:p>
              <a:p>
                <a:pPr lvl="1">
                  <a:buFontTx/>
                  <a:buChar char="-"/>
                </a:pPr>
                <a:r>
                  <a:rPr lang="en-US"/>
                  <a:t>Learning rate: lớp Head với </a:t>
                </a:r>
                <a14:m>
                  <m:oMath xmlns:m="http://schemas.openxmlformats.org/officeDocument/2006/math">
                    <m:r>
                      <a:rPr lang="en-US" i="1" smtClean="0">
                        <a:latin typeface="Cambria Math" panose="02040503050406030204" pitchFamily="18" charset="0"/>
                      </a:rPr>
                      <m:t>𝑙𝑒𝑎𝑟𝑛𝑖𝑛𝑔</m:t>
                    </m:r>
                    <m:r>
                      <a:rPr lang="en-US" i="1" smtClean="0">
                        <a:latin typeface="Cambria Math" panose="02040503050406030204" pitchFamily="18" charset="0"/>
                      </a:rPr>
                      <m:t>_</m:t>
                    </m:r>
                    <m:r>
                      <a:rPr lang="en-US" i="1" smtClean="0">
                        <a:latin typeface="Cambria Math" panose="02040503050406030204" pitchFamily="18" charset="0"/>
                      </a:rPr>
                      <m:t>𝑟𝑎𝑡𝑒</m:t>
                    </m:r>
                  </m:oMath>
                </a14:m>
                <a:r>
                  <a:rPr lang="en-US"/>
                  <a:t> trên, các tầng lớp trước đó với </a:t>
                </a:r>
                <a14:m>
                  <m:oMath xmlns:m="http://schemas.openxmlformats.org/officeDocument/2006/math">
                    <m:r>
                      <a:rPr lang="en-US" i="1" smtClean="0">
                        <a:latin typeface="Cambria Math" panose="02040503050406030204" pitchFamily="18" charset="0"/>
                      </a:rPr>
                      <m:t>𝑙𝑒𝑎𝑟𝑛𝑖𝑛𝑔</m:t>
                    </m:r>
                    <m:r>
                      <a:rPr lang="en-US" i="1" smtClean="0">
                        <a:latin typeface="Cambria Math" panose="02040503050406030204" pitchFamily="18" charset="0"/>
                      </a:rPr>
                      <m:t>_</m:t>
                    </m:r>
                    <m:r>
                      <a:rPr lang="en-US" i="1" smtClean="0">
                        <a:latin typeface="Cambria Math" panose="02040503050406030204" pitchFamily="18" charset="0"/>
                      </a:rPr>
                      <m:t>𝑟𝑎𝑡𝑒</m:t>
                    </m:r>
                    <m:r>
                      <a:rPr lang="en-US" i="1" smtClean="0">
                        <a:latin typeface="Cambria Math" panose="02040503050406030204" pitchFamily="18" charset="0"/>
                      </a:rPr>
                      <m:t>/100</m:t>
                    </m:r>
                  </m:oMath>
                </a14:m>
                <a:r>
                  <a:rPr lang="en-US"/>
                  <a:t> (do đã được tiền huấn luyện)</a:t>
                </a:r>
              </a:p>
            </p:txBody>
          </p:sp>
        </mc:Choice>
        <mc:Fallback>
          <p:sp>
            <p:nvSpPr>
              <p:cNvPr id="2" name="Content Placeholder 1">
                <a:extLst>
                  <a:ext uri="{FF2B5EF4-FFF2-40B4-BE49-F238E27FC236}">
                    <a16:creationId xmlns:a16="http://schemas.microsoft.com/office/drawing/2014/main" id="{E5999800-0027-DF4F-467A-5E682C6FBEA4}"/>
                  </a:ext>
                </a:extLst>
              </p:cNvPr>
              <p:cNvSpPr>
                <a:spLocks noGrp="1" noRot="1" noChangeAspect="1" noMove="1" noResize="1" noEditPoints="1" noAdjustHandles="1" noChangeArrowheads="1" noChangeShapeType="1" noTextEdit="1"/>
              </p:cNvSpPr>
              <p:nvPr>
                <p:ph idx="1"/>
              </p:nvPr>
            </p:nvSpPr>
            <p:spPr>
              <a:xfrm>
                <a:off x="540620" y="1206631"/>
                <a:ext cx="5381959" cy="4970332"/>
              </a:xfrm>
              <a:blipFill>
                <a:blip r:embed="rId2"/>
                <a:stretch>
                  <a:fillRect l="-680" t="-123" r="-680" b="-2945"/>
                </a:stretch>
              </a:blipFill>
            </p:spPr>
            <p:txBody>
              <a:bodyPr/>
              <a:lstStyle/>
              <a:p>
                <a:r>
                  <a:rPr lang="en-GB">
                    <a:noFill/>
                  </a:rPr>
                  <a:t> </a:t>
                </a:r>
              </a:p>
            </p:txBody>
          </p:sp>
        </mc:Fallback>
      </mc:AlternateContent>
      <p:sp>
        <p:nvSpPr>
          <p:cNvPr id="3" name="Title 2">
            <a:extLst>
              <a:ext uri="{FF2B5EF4-FFF2-40B4-BE49-F238E27FC236}">
                <a16:creationId xmlns:a16="http://schemas.microsoft.com/office/drawing/2014/main" id="{654A7BA2-6925-4C37-CB72-7B9504DF73F7}"/>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2217403B-A929-C4E1-20F8-223DB61739ED}"/>
              </a:ext>
            </a:extLst>
          </p:cNvPr>
          <p:cNvPicPr>
            <a:picLocks noChangeAspect="1"/>
          </p:cNvPicPr>
          <p:nvPr/>
        </p:nvPicPr>
        <p:blipFill>
          <a:blip r:embed="rId3"/>
          <a:stretch>
            <a:fillRect/>
          </a:stretch>
        </p:blipFill>
        <p:spPr>
          <a:xfrm>
            <a:off x="6220810" y="1694667"/>
            <a:ext cx="5562600" cy="4162425"/>
          </a:xfrm>
          <a:prstGeom prst="rect">
            <a:avLst/>
          </a:prstGeom>
        </p:spPr>
      </p:pic>
    </p:spTree>
    <p:extLst>
      <p:ext uri="{BB962C8B-B14F-4D97-AF65-F5344CB8AC3E}">
        <p14:creationId xmlns:p14="http://schemas.microsoft.com/office/powerpoint/2010/main" val="9281118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06653-2BB2-0765-E340-82429857CB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632304-9284-8EF5-3E8A-9C4A70022BAB}"/>
              </a:ext>
            </a:extLst>
          </p:cNvPr>
          <p:cNvSpPr>
            <a:spLocks noGrp="1"/>
          </p:cNvSpPr>
          <p:nvPr>
            <p:ph idx="1"/>
          </p:nvPr>
        </p:nvSpPr>
        <p:spPr>
          <a:xfrm>
            <a:off x="540620" y="1206631"/>
            <a:ext cx="11001080" cy="4970332"/>
          </a:xfrm>
        </p:spPr>
        <p:txBody>
          <a:bodyPr/>
          <a:lstStyle/>
          <a:p>
            <a:pPr marL="0" indent="0">
              <a:buNone/>
            </a:pPr>
            <a:r>
              <a:rPr lang="en-US" b="1"/>
              <a:t>Mô hình DenseNet169: Kết quả thực nghiệm</a:t>
            </a:r>
          </a:p>
          <a:p>
            <a:pPr>
              <a:buFontTx/>
              <a:buChar char="-"/>
            </a:pPr>
            <a:r>
              <a:rPr lang="en-US"/>
              <a:t>F1 cho các kết quả dương tính (1) là </a:t>
            </a:r>
            <a:r>
              <a:rPr lang="en-US" b="1"/>
              <a:t>91,31%</a:t>
            </a:r>
            <a:r>
              <a:rPr lang="en-US"/>
              <a:t> và âm tính (0) là </a:t>
            </a:r>
            <a:r>
              <a:rPr lang="en-US" b="1"/>
              <a:t>94,43%</a:t>
            </a:r>
            <a:r>
              <a:rPr lang="en-US"/>
              <a:t> → trung bình trọng số là </a:t>
            </a:r>
            <a:r>
              <a:rPr lang="en-US" b="1"/>
              <a:t>93,16%</a:t>
            </a:r>
          </a:p>
          <a:p>
            <a:pPr>
              <a:buFontTx/>
              <a:buChar char="-"/>
            </a:pPr>
            <a:endParaRPr lang="en-US"/>
          </a:p>
          <a:p>
            <a:pPr marL="0" indent="0">
              <a:buNone/>
            </a:pPr>
            <a:endParaRPr lang="en-US" b="1"/>
          </a:p>
        </p:txBody>
      </p:sp>
      <p:sp>
        <p:nvSpPr>
          <p:cNvPr id="3" name="Title 2">
            <a:extLst>
              <a:ext uri="{FF2B5EF4-FFF2-40B4-BE49-F238E27FC236}">
                <a16:creationId xmlns:a16="http://schemas.microsoft.com/office/drawing/2014/main" id="{424F68F3-B478-B389-FF7D-B9E195D94FE0}"/>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035E1B26-8E9F-6B21-BDD4-E660C32A7B5B}"/>
              </a:ext>
            </a:extLst>
          </p:cNvPr>
          <p:cNvPicPr>
            <a:picLocks noChangeAspect="1"/>
          </p:cNvPicPr>
          <p:nvPr/>
        </p:nvPicPr>
        <p:blipFill>
          <a:blip r:embed="rId2"/>
          <a:stretch>
            <a:fillRect/>
          </a:stretch>
        </p:blipFill>
        <p:spPr>
          <a:xfrm>
            <a:off x="572204" y="2070007"/>
            <a:ext cx="11047592" cy="3960000"/>
          </a:xfrm>
          <a:prstGeom prst="rect">
            <a:avLst/>
          </a:prstGeom>
        </p:spPr>
      </p:pic>
    </p:spTree>
    <p:extLst>
      <p:ext uri="{BB962C8B-B14F-4D97-AF65-F5344CB8AC3E}">
        <p14:creationId xmlns:p14="http://schemas.microsoft.com/office/powerpoint/2010/main" val="3609775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B2CC-01CA-32B0-304B-3E373061C3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779DA-7A17-161E-6A97-D6CAF3ECD08C}"/>
              </a:ext>
            </a:extLst>
          </p:cNvPr>
          <p:cNvSpPr>
            <a:spLocks noGrp="1"/>
          </p:cNvSpPr>
          <p:nvPr>
            <p:ph idx="1"/>
          </p:nvPr>
        </p:nvSpPr>
        <p:spPr>
          <a:xfrm>
            <a:off x="540620" y="1206631"/>
            <a:ext cx="3327437" cy="4970332"/>
          </a:xfrm>
        </p:spPr>
        <p:txBody>
          <a:bodyPr/>
          <a:lstStyle/>
          <a:p>
            <a:pPr marL="0" indent="0">
              <a:spcBef>
                <a:spcPts val="300"/>
              </a:spcBef>
              <a:spcAft>
                <a:spcPts val="300"/>
              </a:spcAft>
              <a:buNone/>
            </a:pPr>
            <a:r>
              <a:rPr lang="en-US" b="1"/>
              <a:t>Mô hình DenseNet121:</a:t>
            </a:r>
            <a:endParaRPr lang="en-US"/>
          </a:p>
          <a:p>
            <a:pPr>
              <a:spcBef>
                <a:spcPts val="300"/>
              </a:spcBef>
              <a:spcAft>
                <a:spcPts val="300"/>
              </a:spcAft>
              <a:buFontTx/>
              <a:buChar char="-"/>
            </a:pPr>
            <a:r>
              <a:rPr lang="en-US"/>
              <a:t>Kiến trúc: 121 lớp</a:t>
            </a:r>
          </a:p>
          <a:p>
            <a:pPr>
              <a:spcBef>
                <a:spcPts val="300"/>
              </a:spcBef>
              <a:spcAft>
                <a:spcPts val="300"/>
              </a:spcAft>
              <a:buFontTx/>
              <a:buChar char="-"/>
            </a:pPr>
            <a:r>
              <a:rPr lang="en-US"/>
              <a:t>Trọng số: </a:t>
            </a:r>
            <a:r>
              <a:rPr lang="en-GB">
                <a:highlight>
                  <a:srgbClr val="FFFF00"/>
                </a:highlight>
              </a:rPr>
              <a:t>IMAGENET1K_V1 </a:t>
            </a:r>
            <a:r>
              <a:rPr lang="en-US">
                <a:highlight>
                  <a:srgbClr val="FFFF00"/>
                </a:highlight>
              </a:rPr>
              <a:t>tiền huấn luyện từ bộ dữ liệu ImageNet</a:t>
            </a:r>
          </a:p>
          <a:p>
            <a:pPr lvl="1">
              <a:spcBef>
                <a:spcPts val="300"/>
              </a:spcBef>
              <a:spcAft>
                <a:spcPts val="300"/>
              </a:spcAft>
              <a:buFontTx/>
              <a:buChar char="-"/>
            </a:pPr>
            <a:r>
              <a:rPr lang="en-US">
                <a:highlight>
                  <a:srgbClr val="FFFF00"/>
                </a:highlight>
              </a:rPr>
              <a:t>1,28 triệu ảnh huấn luyện</a:t>
            </a:r>
          </a:p>
          <a:p>
            <a:pPr lvl="1">
              <a:spcBef>
                <a:spcPts val="300"/>
              </a:spcBef>
              <a:spcAft>
                <a:spcPts val="300"/>
              </a:spcAft>
              <a:buFontTx/>
              <a:buChar char="-"/>
            </a:pPr>
            <a:r>
              <a:rPr lang="en-US">
                <a:highlight>
                  <a:srgbClr val="FFFF00"/>
                </a:highlight>
              </a:rPr>
              <a:t>50.000 ảnh kiểm định</a:t>
            </a:r>
          </a:p>
          <a:p>
            <a:pPr lvl="1">
              <a:spcBef>
                <a:spcPts val="300"/>
              </a:spcBef>
              <a:spcAft>
                <a:spcPts val="300"/>
              </a:spcAft>
              <a:buFontTx/>
              <a:buChar char="-"/>
            </a:pPr>
            <a:r>
              <a:rPr lang="en-US">
                <a:highlight>
                  <a:srgbClr val="FFFF00"/>
                </a:highlight>
              </a:rPr>
              <a:t>Danh mục 1.000 đối tượng</a:t>
            </a:r>
          </a:p>
        </p:txBody>
      </p:sp>
      <p:sp>
        <p:nvSpPr>
          <p:cNvPr id="3" name="Title 2">
            <a:extLst>
              <a:ext uri="{FF2B5EF4-FFF2-40B4-BE49-F238E27FC236}">
                <a16:creationId xmlns:a16="http://schemas.microsoft.com/office/drawing/2014/main" id="{DC3E7713-E4E1-3B6B-6B8C-2A81B48E5DFD}"/>
              </a:ext>
            </a:extLst>
          </p:cNvPr>
          <p:cNvSpPr>
            <a:spLocks noGrp="1"/>
          </p:cNvSpPr>
          <p:nvPr>
            <p:ph type="title"/>
          </p:nvPr>
        </p:nvSpPr>
        <p:spPr/>
        <p:txBody>
          <a:bodyPr/>
          <a:lstStyle/>
          <a:p>
            <a:r>
              <a:rPr lang="en-US"/>
              <a:t>THỰC NGHIỆM</a:t>
            </a:r>
            <a:endParaRPr lang="en-GB"/>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135FDA79-3CF3-A79A-7E03-AB4F8C76DFE0}"/>
                  </a:ext>
                </a:extLst>
              </p:cNvPr>
              <p:cNvGraphicFramePr>
                <a:graphicFrameLocks noGrp="1"/>
              </p:cNvGraphicFramePr>
              <p:nvPr>
                <p:extLst>
                  <p:ext uri="{D42A27DB-BD31-4B8C-83A1-F6EECF244321}">
                    <p14:modId xmlns:p14="http://schemas.microsoft.com/office/powerpoint/2010/main" val="2710117865"/>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02566">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Thành phần (</a:t>
                          </a:r>
                          <a14:m>
                            <m:oMath xmlns:m="http://schemas.openxmlformats.org/officeDocument/2006/math">
                              <m:r>
                                <a:rPr lang="en-US" sz="1200" b="1" i="1" smtClean="0">
                                  <a:latin typeface="Cambria Math" panose="02040503050406030204" pitchFamily="18" charset="0"/>
                                </a:rPr>
                                <m:t>𝒌</m:t>
                              </m:r>
                              <m:r>
                                <a:rPr lang="en-US" sz="1200" b="1" i="1" smtClean="0">
                                  <a:latin typeface="Cambria Math" panose="02040503050406030204" pitchFamily="18" charset="0"/>
                                </a:rPr>
                                <m:t>=</m:t>
                              </m:r>
                              <m:r>
                                <a:rPr lang="en-US" sz="1200" b="1" i="1" smtClean="0">
                                  <a:latin typeface="Cambria Math" panose="02040503050406030204" pitchFamily="18" charset="0"/>
                                </a:rPr>
                                <m:t>𝟑𝟐</m:t>
                              </m:r>
                              <m:r>
                                <a:rPr lang="en-US" sz="1200" b="1" i="1" smtClean="0">
                                  <a:latin typeface="Cambria Math" panose="02040503050406030204" pitchFamily="18" charset="0"/>
                                </a:rPr>
                                <m:t>)</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9464842"/>
                      </a:ext>
                    </a:extLst>
                  </a:tr>
                  <a:tr h="202566">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112×112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US" sz="1200" b="0" i="1" smtClean="0">
                                  <a:latin typeface="Cambria Math" panose="02040503050406030204" pitchFamily="18" charset="0"/>
                                </a:rPr>
                                <m:t>7×7</m:t>
                              </m:r>
                            </m:oMath>
                          </a14:m>
                          <a:r>
                            <a:rPr lang="en-GB" sz="1200"/>
                            <a:t> tích</a:t>
                          </a:r>
                          <a:r>
                            <a:rPr lang="en-GB" sz="1200" baseline="0"/>
                            <a:t> chập, sải </a:t>
                          </a:r>
                          <a14:m>
                            <m:oMath xmlns:m="http://schemas.openxmlformats.org/officeDocument/2006/math">
                              <m:r>
                                <a:rPr lang="en-US" sz="1200" b="0" i="1" baseline="0" smtClean="0">
                                  <a:latin typeface="Cambria Math" panose="02040503050406030204" pitchFamily="18" charset="0"/>
                                </a:rPr>
                                <m:t>2</m:t>
                              </m:r>
                            </m:oMath>
                          </a14:m>
                          <a:r>
                            <a:rPr lang="en-GB" sz="120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1754348"/>
                      </a:ext>
                    </a:extLst>
                  </a:tr>
                  <a:tr h="202566">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3×3</m:t>
                              </m:r>
                            </m:oMath>
                          </a14:m>
                          <a:r>
                            <a:rPr lang="en-GB" sz="1200"/>
                            <a:t> gộp</a:t>
                          </a:r>
                          <a:r>
                            <a:rPr lang="en-GB" sz="1200" baseline="0"/>
                            <a:t> tối đa, sải </a:t>
                          </a:r>
                          <a14:m>
                            <m:oMath xmlns:m="http://schemas.openxmlformats.org/officeDocument/2006/math">
                              <m:r>
                                <a:rPr lang="en-US" sz="1200" b="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55316595"/>
                      </a:ext>
                    </a:extLst>
                  </a:tr>
                  <a:tr h="368041">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279861"/>
                      </a:ext>
                    </a:extLst>
                  </a:tr>
                  <a:tr h="202566">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56×56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1756236"/>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75271104"/>
                      </a:ext>
                    </a:extLst>
                  </a:tr>
                  <a:tr h="368041">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×12</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8571515"/>
                      </a:ext>
                    </a:extLst>
                  </a:tr>
                  <a:tr h="20538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28×28</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09703321"/>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13280307"/>
                      </a:ext>
                    </a:extLst>
                  </a:tr>
                  <a:tr h="368041">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m:t>
                                </m:r>
                                <m:r>
                                  <a:rPr lang="en-US" sz="1200" b="0" i="1" smtClean="0">
                                    <a:latin typeface="Cambria Math" panose="02040503050406030204" pitchFamily="18" charset="0"/>
                                  </a:rPr>
                                  <m:t>24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1205104"/>
                      </a:ext>
                    </a:extLst>
                  </a:tr>
                  <a:tr h="202566">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14×14</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1×1</m:t>
                              </m:r>
                            </m:oMath>
                          </a14:m>
                          <a:r>
                            <a:rPr lang="en-GB" sz="1200"/>
                            <a:t> tích</a:t>
                          </a:r>
                          <a:r>
                            <a:rPr lang="en-GB" sz="1200" baseline="0"/>
                            <a:t>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227653"/>
                      </a:ext>
                    </a:extLst>
                  </a:tr>
                  <a:tr h="202566">
                    <a:tc vMerge="1">
                      <a:txBody>
                        <a:bodyPr/>
                        <a:lstStyle/>
                        <a:p>
                          <a:endParaRPr lang="en-GB"/>
                        </a:p>
                      </a:txBody>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2×2</m:t>
                              </m:r>
                            </m:oMath>
                          </a14:m>
                          <a:r>
                            <a:rPr lang="en-GB" sz="1200"/>
                            <a:t> gộp</a:t>
                          </a:r>
                          <a:r>
                            <a:rPr lang="en-GB" sz="1200" baseline="0"/>
                            <a:t> trung bình, sải </a:t>
                          </a:r>
                          <a14:m>
                            <m:oMath xmlns:m="http://schemas.openxmlformats.org/officeDocument/2006/math">
                              <m:r>
                                <a:rPr lang="en-GB" sz="1200" i="1" baseline="0" smtClean="0">
                                  <a:latin typeface="Cambria Math" panose="02040503050406030204" pitchFamily="18" charset="0"/>
                                </a:rPr>
                                <m:t>2</m:t>
                              </m:r>
                            </m:oMath>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68312556"/>
                      </a:ext>
                    </a:extLst>
                  </a:tr>
                  <a:tr h="368041">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7×7</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GB" sz="1200" i="1" smtClean="0">
                                        <a:latin typeface="Cambria Math" panose="02040503050406030204" pitchFamily="18" charset="0"/>
                                      </a:rPr>
                                    </m:ctrlPr>
                                  </m:dPr>
                                  <m:e>
                                    <m:m>
                                      <m:mPr>
                                        <m:mcs>
                                          <m:mc>
                                            <m:mcPr>
                                              <m:count m:val="2"/>
                                              <m:mcJc m:val="center"/>
                                            </m:mcPr>
                                          </m:mc>
                                        </m:mcs>
                                        <m:ctrlPr>
                                          <a:rPr lang="en-GB" sz="1200" i="1" smtClean="0">
                                            <a:latin typeface="Cambria Math" panose="02040503050406030204" pitchFamily="18" charset="0"/>
                                          </a:rPr>
                                        </m:ctrlPr>
                                      </m:mPr>
                                      <m:mr>
                                        <m:e>
                                          <m:r>
                                            <m:rPr>
                                              <m:brk m:alnAt="7"/>
                                            </m:rPr>
                                            <a:rPr lang="en-US" sz="1200" b="0" i="1" smtClean="0">
                                              <a:latin typeface="Cambria Math" panose="02040503050406030204" pitchFamily="18" charset="0"/>
                                            </a:rPr>
                                            <m:t>1</m:t>
                                          </m:r>
                                          <m:r>
                                            <a:rPr lang="en-US" sz="1200" b="0" i="1" smtClean="0">
                                              <a:latin typeface="Cambria Math" panose="02040503050406030204" pitchFamily="18" charset="0"/>
                                            </a:rPr>
                                            <m:t>×1</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r>
                                        <m:e>
                                          <m:r>
                                            <a:rPr lang="en-US" sz="1200" b="0" i="1" smtClean="0">
                                              <a:latin typeface="Cambria Math" panose="02040503050406030204" pitchFamily="18" charset="0"/>
                                            </a:rPr>
                                            <m:t>3×3</m:t>
                                          </m:r>
                                        </m:e>
                                        <m:e>
                                          <m:r>
                                            <a:rPr lang="en-US" sz="1200" b="0" i="1" smtClean="0">
                                              <a:latin typeface="Cambria Math" panose="02040503050406030204" pitchFamily="18" charset="0"/>
                                            </a:rPr>
                                            <m:t>𝑡</m:t>
                                          </m:r>
                                          <m:r>
                                            <a:rPr lang="en-US" sz="1200" b="0" i="1" smtClean="0">
                                              <a:latin typeface="Cambria Math" panose="02040503050406030204" pitchFamily="18" charset="0"/>
                                            </a:rPr>
                                            <m:t>í</m:t>
                                          </m:r>
                                          <m:r>
                                            <a:rPr lang="en-US" sz="1200" b="0" i="1" smtClean="0">
                                              <a:latin typeface="Cambria Math" panose="02040503050406030204" pitchFamily="18" charset="0"/>
                                            </a:rPr>
                                            <m:t>𝑐h</m:t>
                                          </m:r>
                                          <m:r>
                                            <a:rPr lang="en-US" sz="1200" b="0" i="1" smtClean="0">
                                              <a:latin typeface="Cambria Math" panose="02040503050406030204" pitchFamily="18" charset="0"/>
                                            </a:rPr>
                                            <m:t> </m:t>
                                          </m:r>
                                          <m:r>
                                            <a:rPr lang="en-US" sz="1200" b="0" i="1" smtClean="0">
                                              <a:latin typeface="Cambria Math" panose="02040503050406030204" pitchFamily="18" charset="0"/>
                                            </a:rPr>
                                            <m:t>𝑐h</m:t>
                                          </m:r>
                                          <m:r>
                                            <a:rPr lang="en-US" sz="1200" b="0" i="1" smtClean="0">
                                              <a:latin typeface="Cambria Math" panose="02040503050406030204" pitchFamily="18" charset="0"/>
                                            </a:rPr>
                                            <m:t>ậ</m:t>
                                          </m:r>
                                          <m:r>
                                            <a:rPr lang="en-US" sz="1200" b="0" i="1" smtClean="0">
                                              <a:latin typeface="Cambria Math" panose="02040503050406030204" pitchFamily="18" charset="0"/>
                                            </a:rPr>
                                            <m:t>𝑝</m:t>
                                          </m:r>
                                        </m:e>
                                      </m:mr>
                                    </m:m>
                                  </m:e>
                                </m:d>
                                <m:r>
                                  <a:rPr lang="en-US" sz="1200" b="0" i="1" smtClean="0">
                                    <a:latin typeface="Cambria Math" panose="02040503050406030204" pitchFamily="18" charset="0"/>
                                  </a:rPr>
                                  <m:t>×</m:t>
                                </m:r>
                                <m:r>
                                  <a:rPr lang="en-US" sz="1200" b="0" i="1" smtClean="0">
                                    <a:latin typeface="Cambria Math" panose="02040503050406030204" pitchFamily="18" charset="0"/>
                                  </a:rPr>
                                  <m:t>16</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850755"/>
                      </a:ext>
                    </a:extLst>
                  </a:tr>
                  <a:tr h="202566">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1×1</m:t>
                                </m:r>
                              </m:oMath>
                            </m:oMathPara>
                          </a14:m>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7×7</m:t>
                              </m:r>
                            </m:oMath>
                          </a14:m>
                          <a:r>
                            <a:rPr lang="en-GB" sz="1200"/>
                            <a:t> gộp</a:t>
                          </a:r>
                          <a:r>
                            <a:rPr lang="en-GB" sz="1200" baseline="0"/>
                            <a:t> trung bình toàn cục</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16298341"/>
                      </a:ext>
                    </a:extLst>
                  </a:tr>
                  <a:tr h="202566">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14:m>
                            <m:oMath xmlns:m="http://schemas.openxmlformats.org/officeDocument/2006/math">
                              <m:r>
                                <a:rPr lang="en-US" sz="1200" b="0" i="1" smtClean="0">
                                  <a:latin typeface="Cambria Math" panose="02040503050406030204" pitchFamily="18" charset="0"/>
                                </a:rPr>
                                <m:t>1000</m:t>
                              </m:r>
                              <m:r>
                                <a:rPr lang="en-US" sz="1200" b="0" i="1" smtClean="0">
                                  <a:latin typeface="Cambria Math" panose="02040503050406030204" pitchFamily="18" charset="0"/>
                                </a:rPr>
                                <m:t>𝐷</m:t>
                              </m:r>
                            </m:oMath>
                          </a14:m>
                          <a:r>
                            <a:rPr lang="en-GB" sz="1200"/>
                            <a:t> kết</a:t>
                          </a:r>
                          <a:r>
                            <a:rPr lang="en-GB" sz="1200" baseline="0"/>
                            <a:t> nối đầy đủ, softmax</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38292802"/>
                      </a:ext>
                    </a:extLst>
                  </a:tr>
                </a:tbl>
              </a:graphicData>
            </a:graphic>
          </p:graphicFrame>
        </mc:Choice>
        <mc:Fallback>
          <p:graphicFrame>
            <p:nvGraphicFramePr>
              <p:cNvPr id="4" name="Table 3">
                <a:extLst>
                  <a:ext uri="{FF2B5EF4-FFF2-40B4-BE49-F238E27FC236}">
                    <a16:creationId xmlns:a16="http://schemas.microsoft.com/office/drawing/2014/main" id="{135FDA79-3CF3-A79A-7E03-AB4F8C76DFE0}"/>
                  </a:ext>
                </a:extLst>
              </p:cNvPr>
              <p:cNvGraphicFramePr>
                <a:graphicFrameLocks noGrp="1"/>
              </p:cNvGraphicFramePr>
              <p:nvPr>
                <p:extLst>
                  <p:ext uri="{D42A27DB-BD31-4B8C-83A1-F6EECF244321}">
                    <p14:modId xmlns:p14="http://schemas.microsoft.com/office/powerpoint/2010/main" val="2710117865"/>
                  </p:ext>
                </p:extLst>
              </p:nvPr>
            </p:nvGraphicFramePr>
            <p:xfrm>
              <a:off x="4078514" y="1186213"/>
              <a:ext cx="7956669" cy="5011168"/>
            </p:xfrm>
            <a:graphic>
              <a:graphicData uri="http://schemas.openxmlformats.org/drawingml/2006/table">
                <a:tbl>
                  <a:tblPr firstRow="1" bandRow="1">
                    <a:tableStyleId>{5C22544A-7EE6-4342-B048-85BDC9FD1C3A}</a:tableStyleId>
                  </a:tblPr>
                  <a:tblGrid>
                    <a:gridCol w="1811192">
                      <a:extLst>
                        <a:ext uri="{9D8B030D-6E8A-4147-A177-3AD203B41FA5}">
                          <a16:colId xmlns:a16="http://schemas.microsoft.com/office/drawing/2014/main" val="362633100"/>
                        </a:ext>
                      </a:extLst>
                    </a:gridCol>
                    <a:gridCol w="2064275">
                      <a:extLst>
                        <a:ext uri="{9D8B030D-6E8A-4147-A177-3AD203B41FA5}">
                          <a16:colId xmlns:a16="http://schemas.microsoft.com/office/drawing/2014/main" val="2656888694"/>
                        </a:ext>
                      </a:extLst>
                    </a:gridCol>
                    <a:gridCol w="4081202">
                      <a:extLst>
                        <a:ext uri="{9D8B030D-6E8A-4147-A177-3AD203B41FA5}">
                          <a16:colId xmlns:a16="http://schemas.microsoft.com/office/drawing/2014/main" val="1185731694"/>
                        </a:ext>
                      </a:extLst>
                    </a:gridCol>
                  </a:tblGrid>
                  <a:tr h="274320">
                    <a:tc>
                      <a:txBody>
                        <a:bodyPr/>
                        <a:lstStyle/>
                        <a:p>
                          <a:pPr algn="l"/>
                          <a:r>
                            <a:rPr lang="en-US" sz="1200"/>
                            <a:t>Loại lớp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Kích thước đầu ra</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2222" r="-299" b="-1744444"/>
                          </a:stretch>
                        </a:blipFill>
                      </a:tcPr>
                    </a:tc>
                    <a:extLst>
                      <a:ext uri="{0D108BD9-81ED-4DB2-BD59-A6C34878D82A}">
                        <a16:rowId xmlns:a16="http://schemas.microsoft.com/office/drawing/2014/main" val="2059464842"/>
                      </a:ext>
                    </a:extLst>
                  </a:tr>
                  <a:tr h="274320">
                    <a:tc>
                      <a:txBody>
                        <a:bodyPr/>
                        <a:lstStyle/>
                        <a:p>
                          <a:pPr algn="l"/>
                          <a:r>
                            <a:rPr lang="en-US" sz="1200"/>
                            <a:t>Tích chập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02222" r="-198230" b="-16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02222" r="-299" b="-1644444"/>
                          </a:stretch>
                        </a:blipFill>
                      </a:tcPr>
                    </a:tc>
                    <a:extLst>
                      <a:ext uri="{0D108BD9-81ED-4DB2-BD59-A6C34878D82A}">
                        <a16:rowId xmlns:a16="http://schemas.microsoft.com/office/drawing/2014/main" val="4191754348"/>
                      </a:ext>
                    </a:extLst>
                  </a:tr>
                  <a:tr h="274320">
                    <a:tc>
                      <a:txBody>
                        <a:bodyPr/>
                        <a:lstStyle/>
                        <a:p>
                          <a:pPr algn="l"/>
                          <a:r>
                            <a:rPr lang="en-US" sz="1200"/>
                            <a:t>Gộp</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202222" r="-198230" b="-15444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202222" r="-299" b="-1544444"/>
                          </a:stretch>
                        </a:blipFill>
                      </a:tcPr>
                    </a:tc>
                    <a:extLst>
                      <a:ext uri="{0D108BD9-81ED-4DB2-BD59-A6C34878D82A}">
                        <a16:rowId xmlns:a16="http://schemas.microsoft.com/office/drawing/2014/main" val="1455316595"/>
                      </a:ext>
                    </a:extLst>
                  </a:tr>
                  <a:tr h="498412">
                    <a:tc>
                      <a:txBody>
                        <a:bodyPr/>
                        <a:lstStyle/>
                        <a:p>
                          <a:pPr algn="l"/>
                          <a:r>
                            <a:rPr lang="en-US" sz="1200"/>
                            <a:t>Khối Dày đặc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65854" r="-198230" b="-74756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65854" r="-299" b="-747561"/>
                          </a:stretch>
                        </a:blipFill>
                      </a:tcPr>
                    </a:tc>
                    <a:extLst>
                      <a:ext uri="{0D108BD9-81ED-4DB2-BD59-A6C34878D82A}">
                        <a16:rowId xmlns:a16="http://schemas.microsoft.com/office/drawing/2014/main" val="2536279861"/>
                      </a:ext>
                    </a:extLst>
                  </a:tr>
                  <a:tr h="274320">
                    <a:tc rowSpan="2">
                      <a:txBody>
                        <a:bodyPr/>
                        <a:lstStyle/>
                        <a:p>
                          <a:pPr algn="l"/>
                          <a:r>
                            <a:rPr lang="en-US" sz="1200"/>
                            <a:t>Lớp chuyển tiếp 1</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484444" r="-198230" b="-12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484444" r="-299" b="-1262222"/>
                          </a:stretch>
                        </a:blipFill>
                      </a:tcPr>
                    </a:tc>
                    <a:extLst>
                      <a:ext uri="{0D108BD9-81ED-4DB2-BD59-A6C34878D82A}">
                        <a16:rowId xmlns:a16="http://schemas.microsoft.com/office/drawing/2014/main" val="2591756236"/>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584444" r="-198230" b="-116222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584444" r="-299" b="-1162222"/>
                          </a:stretch>
                        </a:blipFill>
                      </a:tcPr>
                    </a:tc>
                    <a:extLst>
                      <a:ext uri="{0D108BD9-81ED-4DB2-BD59-A6C34878D82A}">
                        <a16:rowId xmlns:a16="http://schemas.microsoft.com/office/drawing/2014/main" val="3475271104"/>
                      </a:ext>
                    </a:extLst>
                  </a:tr>
                  <a:tr h="498412">
                    <a:tc>
                      <a:txBody>
                        <a:bodyPr/>
                        <a:lstStyle/>
                        <a:p>
                          <a:pPr algn="l"/>
                          <a:r>
                            <a:rPr lang="en-US" sz="1200"/>
                            <a:t>Khối Dày đặc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375610" r="-198230" b="-5378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375610" r="-299" b="-537805"/>
                          </a:stretch>
                        </a:blipFill>
                      </a:tcPr>
                    </a:tc>
                    <a:extLst>
                      <a:ext uri="{0D108BD9-81ED-4DB2-BD59-A6C34878D82A}">
                        <a16:rowId xmlns:a16="http://schemas.microsoft.com/office/drawing/2014/main" val="3298571515"/>
                      </a:ext>
                    </a:extLst>
                  </a:tr>
                  <a:tr h="274320">
                    <a:tc rowSpan="2">
                      <a:txBody>
                        <a:bodyPr/>
                        <a:lstStyle/>
                        <a:p>
                          <a:pPr algn="l"/>
                          <a:r>
                            <a:rPr lang="en-US" sz="1200"/>
                            <a:t>Lớp chuyển tiếp 2</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866667" r="-198230" b="-8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866667" r="-299" b="-880000"/>
                          </a:stretch>
                        </a:blipFill>
                      </a:tcPr>
                    </a:tc>
                    <a:extLst>
                      <a:ext uri="{0D108BD9-81ED-4DB2-BD59-A6C34878D82A}">
                        <a16:rowId xmlns:a16="http://schemas.microsoft.com/office/drawing/2014/main" val="1809703321"/>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966667" r="-198230" b="-7800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966667" r="-299" b="-780000"/>
                          </a:stretch>
                        </a:blipFill>
                      </a:tcPr>
                    </a:tc>
                    <a:extLst>
                      <a:ext uri="{0D108BD9-81ED-4DB2-BD59-A6C34878D82A}">
                        <a16:rowId xmlns:a16="http://schemas.microsoft.com/office/drawing/2014/main" val="2413280307"/>
                      </a:ext>
                    </a:extLst>
                  </a:tr>
                  <a:tr h="498412">
                    <a:tc>
                      <a:txBody>
                        <a:bodyPr/>
                        <a:lstStyle/>
                        <a:p>
                          <a:pPr algn="l"/>
                          <a:r>
                            <a:rPr lang="en-US" sz="1200"/>
                            <a:t>Khối Dày đặc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585366" r="-198230" b="-32804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585366" r="-299" b="-328049"/>
                          </a:stretch>
                        </a:blipFill>
                      </a:tcPr>
                    </a:tc>
                    <a:extLst>
                      <a:ext uri="{0D108BD9-81ED-4DB2-BD59-A6C34878D82A}">
                        <a16:rowId xmlns:a16="http://schemas.microsoft.com/office/drawing/2014/main" val="1801205104"/>
                      </a:ext>
                    </a:extLst>
                  </a:tr>
                  <a:tr h="274320">
                    <a:tc rowSpan="2">
                      <a:txBody>
                        <a:bodyPr/>
                        <a:lstStyle/>
                        <a:p>
                          <a:pPr algn="l"/>
                          <a:r>
                            <a:rPr lang="en-US" sz="1200"/>
                            <a:t>Lớp chuyển tiếp 3</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248889" r="-198230" b="-4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248889" r="-299" b="-497778"/>
                          </a:stretch>
                        </a:blipFill>
                      </a:tcPr>
                    </a:tc>
                    <a:extLst>
                      <a:ext uri="{0D108BD9-81ED-4DB2-BD59-A6C34878D82A}">
                        <a16:rowId xmlns:a16="http://schemas.microsoft.com/office/drawing/2014/main" val="4004227653"/>
                      </a:ext>
                    </a:extLst>
                  </a:tr>
                  <a:tr h="274320">
                    <a:tc vMerge="1">
                      <a:txBody>
                        <a:bodyPr/>
                        <a:lstStyle/>
                        <a:p>
                          <a:endParaRPr lang="en-GB"/>
                        </a:p>
                      </a:txBody>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348889" r="-198230" b="-3977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348889" r="-299" b="-397778"/>
                          </a:stretch>
                        </a:blipFill>
                      </a:tcPr>
                    </a:tc>
                    <a:extLst>
                      <a:ext uri="{0D108BD9-81ED-4DB2-BD59-A6C34878D82A}">
                        <a16:rowId xmlns:a16="http://schemas.microsoft.com/office/drawing/2014/main" val="468312556"/>
                      </a:ext>
                    </a:extLst>
                  </a:tr>
                  <a:tr h="498412">
                    <a:tc>
                      <a:txBody>
                        <a:bodyPr/>
                        <a:lstStyle/>
                        <a:p>
                          <a:pPr algn="l"/>
                          <a:r>
                            <a:rPr lang="en-US" sz="1200"/>
                            <a:t>Khối Dày đặc 4</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795122" r="-198230" b="-11829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795122" r="-299" b="-118293"/>
                          </a:stretch>
                        </a:blipFill>
                      </a:tcPr>
                    </a:tc>
                    <a:extLst>
                      <a:ext uri="{0D108BD9-81ED-4DB2-BD59-A6C34878D82A}">
                        <a16:rowId xmlns:a16="http://schemas.microsoft.com/office/drawing/2014/main" val="2164850755"/>
                      </a:ext>
                    </a:extLst>
                  </a:tr>
                  <a:tr h="274320">
                    <a:tc rowSpan="2">
                      <a:txBody>
                        <a:bodyPr/>
                        <a:lstStyle/>
                        <a:p>
                          <a:pPr algn="l"/>
                          <a:r>
                            <a:rPr lang="en-US" sz="1200"/>
                            <a:t>Lớp Phân loại</a:t>
                          </a: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906" t="-1631111" r="-198230" b="-115556"/>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631111" r="-299" b="-115556"/>
                          </a:stretch>
                        </a:blipFill>
                      </a:tcPr>
                    </a:tc>
                    <a:extLst>
                      <a:ext uri="{0D108BD9-81ED-4DB2-BD59-A6C34878D82A}">
                        <a16:rowId xmlns:a16="http://schemas.microsoft.com/office/drawing/2014/main" val="2616298341"/>
                      </a:ext>
                    </a:extLst>
                  </a:tr>
                  <a:tr h="274320">
                    <a:tc vMerge="1">
                      <a:txBody>
                        <a:bodyPr/>
                        <a:lstStyle/>
                        <a:p>
                          <a:endParaRPr lang="en-GB"/>
                        </a:p>
                      </a:txBody>
                      <a:tcPr/>
                    </a:tc>
                    <a:tc>
                      <a:txBody>
                        <a:bodyPr/>
                        <a:lstStyle/>
                        <a:p>
                          <a:pPr algn="ctr"/>
                          <a:endParaRPr lang="en-GB"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5075" t="-1731111" r="-299" b="-15556"/>
                          </a:stretch>
                        </a:blipFill>
                      </a:tcPr>
                    </a:tc>
                    <a:extLst>
                      <a:ext uri="{0D108BD9-81ED-4DB2-BD59-A6C34878D82A}">
                        <a16:rowId xmlns:a16="http://schemas.microsoft.com/office/drawing/2014/main" val="2438292802"/>
                      </a:ext>
                    </a:extLst>
                  </a:tr>
                </a:tbl>
              </a:graphicData>
            </a:graphic>
          </p:graphicFrame>
        </mc:Fallback>
      </mc:AlternateContent>
    </p:spTree>
    <p:extLst>
      <p:ext uri="{BB962C8B-B14F-4D97-AF65-F5344CB8AC3E}">
        <p14:creationId xmlns:p14="http://schemas.microsoft.com/office/powerpoint/2010/main" val="7537733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8D4AD-54CA-D3D7-C697-9D7827B483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23416C-7D38-234A-39CC-8DD57242137D}"/>
              </a:ext>
            </a:extLst>
          </p:cNvPr>
          <p:cNvSpPr>
            <a:spLocks noGrp="1"/>
          </p:cNvSpPr>
          <p:nvPr>
            <p:ph idx="1"/>
          </p:nvPr>
        </p:nvSpPr>
        <p:spPr>
          <a:xfrm>
            <a:off x="540620" y="1206631"/>
            <a:ext cx="11001080" cy="4970332"/>
          </a:xfrm>
        </p:spPr>
        <p:txBody>
          <a:bodyPr/>
          <a:lstStyle/>
          <a:p>
            <a:pPr marL="0" indent="0">
              <a:spcBef>
                <a:spcPts val="300"/>
              </a:spcBef>
              <a:spcAft>
                <a:spcPts val="300"/>
              </a:spcAft>
              <a:buNone/>
            </a:pPr>
            <a:r>
              <a:rPr lang="en-US" b="1">
                <a:highlight>
                  <a:srgbClr val="FFFF00"/>
                </a:highlight>
              </a:rPr>
              <a:t>Mô hình DenseNet121: Thực nghiệm</a:t>
            </a:r>
          </a:p>
          <a:p>
            <a:pPr>
              <a:spcBef>
                <a:spcPts val="300"/>
              </a:spcBef>
              <a:spcAft>
                <a:spcPts val="300"/>
              </a:spcAft>
              <a:buFontTx/>
              <a:buChar char="-"/>
            </a:pPr>
            <a:r>
              <a:rPr lang="en-US">
                <a:highlight>
                  <a:srgbClr val="FFFF00"/>
                </a:highlight>
              </a:rPr>
              <a:t>Các bước</a:t>
            </a:r>
          </a:p>
          <a:p>
            <a:pPr>
              <a:spcBef>
                <a:spcPts val="300"/>
              </a:spcBef>
              <a:spcAft>
                <a:spcPts val="300"/>
              </a:spcAft>
              <a:buFontTx/>
              <a:buChar char="-"/>
            </a:pPr>
            <a:r>
              <a:rPr lang="en-US">
                <a:highlight>
                  <a:srgbClr val="FFFF00"/>
                </a:highlight>
              </a:rPr>
              <a:t>Tham số các bước</a:t>
            </a:r>
          </a:p>
        </p:txBody>
      </p:sp>
      <p:sp>
        <p:nvSpPr>
          <p:cNvPr id="3" name="Title 2">
            <a:extLst>
              <a:ext uri="{FF2B5EF4-FFF2-40B4-BE49-F238E27FC236}">
                <a16:creationId xmlns:a16="http://schemas.microsoft.com/office/drawing/2014/main" id="{8D1846E7-F4AE-DE92-E2AB-6510FD5E0241}"/>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22696923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0139-A847-4198-BC31-CC04FDBDC5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27E06-3B02-0195-C5A1-25D41360FEE0}"/>
              </a:ext>
            </a:extLst>
          </p:cNvPr>
          <p:cNvSpPr>
            <a:spLocks noGrp="1"/>
          </p:cNvSpPr>
          <p:nvPr>
            <p:ph idx="1"/>
          </p:nvPr>
        </p:nvSpPr>
        <p:spPr>
          <a:xfrm>
            <a:off x="540620" y="1206631"/>
            <a:ext cx="11001080" cy="4970332"/>
          </a:xfrm>
        </p:spPr>
        <p:txBody>
          <a:bodyPr/>
          <a:lstStyle/>
          <a:p>
            <a:pPr marL="0" indent="0">
              <a:buNone/>
            </a:pPr>
            <a:r>
              <a:rPr lang="en-US" b="1"/>
              <a:t>Mô hình DenseNet121: Kết quả thực nghiệm</a:t>
            </a:r>
          </a:p>
          <a:p>
            <a:pPr>
              <a:buFontTx/>
              <a:buChar char="-"/>
            </a:pPr>
            <a:r>
              <a:rPr lang="en-US"/>
              <a:t>F1 cho các kết quả dương tính (1) là </a:t>
            </a:r>
            <a:r>
              <a:rPr lang="en-US" b="1"/>
              <a:t>89,74%</a:t>
            </a:r>
            <a:r>
              <a:rPr lang="en-US"/>
              <a:t> và âm tính (0) là </a:t>
            </a:r>
            <a:r>
              <a:rPr lang="en-US" b="1"/>
              <a:t>93,21% </a:t>
            </a:r>
            <a:r>
              <a:rPr lang="en-US"/>
              <a:t>→ trung bình trọng số là </a:t>
            </a:r>
            <a:r>
              <a:rPr lang="en-US" b="1"/>
              <a:t>91,81%</a:t>
            </a:r>
          </a:p>
          <a:p>
            <a:pPr>
              <a:buFontTx/>
              <a:buChar char="-"/>
            </a:pPr>
            <a:endParaRPr lang="en-US"/>
          </a:p>
          <a:p>
            <a:pPr marL="0" indent="0">
              <a:buNone/>
            </a:pPr>
            <a:endParaRPr lang="en-US" b="1"/>
          </a:p>
        </p:txBody>
      </p:sp>
      <p:sp>
        <p:nvSpPr>
          <p:cNvPr id="3" name="Title 2">
            <a:extLst>
              <a:ext uri="{FF2B5EF4-FFF2-40B4-BE49-F238E27FC236}">
                <a16:creationId xmlns:a16="http://schemas.microsoft.com/office/drawing/2014/main" id="{05C1ADFE-CCC2-690B-5790-C8670DA6027E}"/>
              </a:ext>
            </a:extLst>
          </p:cNvPr>
          <p:cNvSpPr>
            <a:spLocks noGrp="1"/>
          </p:cNvSpPr>
          <p:nvPr>
            <p:ph type="title"/>
          </p:nvPr>
        </p:nvSpPr>
        <p:spPr/>
        <p:txBody>
          <a:bodyPr/>
          <a:lstStyle/>
          <a:p>
            <a:r>
              <a:rPr lang="en-US"/>
              <a:t>THỰC NGHIỆM</a:t>
            </a:r>
            <a:endParaRPr lang="en-GB"/>
          </a:p>
        </p:txBody>
      </p:sp>
      <p:pic>
        <p:nvPicPr>
          <p:cNvPr id="6" name="Picture 5">
            <a:extLst>
              <a:ext uri="{FF2B5EF4-FFF2-40B4-BE49-F238E27FC236}">
                <a16:creationId xmlns:a16="http://schemas.microsoft.com/office/drawing/2014/main" id="{CCC332AF-2316-BF08-5BB7-ABD6AD889325}"/>
              </a:ext>
            </a:extLst>
          </p:cNvPr>
          <p:cNvPicPr>
            <a:picLocks noChangeAspect="1"/>
          </p:cNvPicPr>
          <p:nvPr/>
        </p:nvPicPr>
        <p:blipFill>
          <a:blip r:embed="rId2"/>
          <a:stretch>
            <a:fillRect/>
          </a:stretch>
        </p:blipFill>
        <p:spPr>
          <a:xfrm>
            <a:off x="576244" y="2067242"/>
            <a:ext cx="11039511" cy="3960000"/>
          </a:xfrm>
          <a:prstGeom prst="rect">
            <a:avLst/>
          </a:prstGeom>
        </p:spPr>
      </p:pic>
    </p:spTree>
    <p:extLst>
      <p:ext uri="{BB962C8B-B14F-4D97-AF65-F5344CB8AC3E}">
        <p14:creationId xmlns:p14="http://schemas.microsoft.com/office/powerpoint/2010/main" val="15561011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FA28E-C172-7D63-C777-360FAA6D8B7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7E1217-788E-9D9E-4E5A-707AC3AA094E}"/>
              </a:ext>
            </a:extLst>
          </p:cNvPr>
          <p:cNvSpPr>
            <a:spLocks noGrp="1"/>
          </p:cNvSpPr>
          <p:nvPr>
            <p:ph idx="1"/>
          </p:nvPr>
        </p:nvSpPr>
        <p:spPr>
          <a:xfrm>
            <a:off x="540620" y="1206631"/>
            <a:ext cx="11001080" cy="4970332"/>
          </a:xfrm>
        </p:spPr>
        <p:txBody>
          <a:bodyPr/>
          <a:lstStyle/>
          <a:p>
            <a:pPr marL="0" indent="0">
              <a:buNone/>
            </a:pPr>
            <a:r>
              <a:rPr lang="en-US" b="1"/>
              <a:t>Mô hình ResNet</a:t>
            </a:r>
          </a:p>
          <a:p>
            <a:pPr>
              <a:buFontTx/>
              <a:buChar char="-"/>
            </a:pPr>
            <a:r>
              <a:rPr lang="en-US">
                <a:highlight>
                  <a:srgbClr val="FFFF00"/>
                </a:highlight>
              </a:rPr>
              <a:t>Kiến trúc</a:t>
            </a:r>
          </a:p>
          <a:p>
            <a:pPr>
              <a:buFontTx/>
              <a:buChar char="-"/>
            </a:pPr>
            <a:r>
              <a:rPr lang="en-US">
                <a:highlight>
                  <a:srgbClr val="FFFF00"/>
                </a:highlight>
              </a:rPr>
              <a:t>Thông tin về tiền huấn luyện</a:t>
            </a:r>
          </a:p>
          <a:p>
            <a:pPr>
              <a:buFontTx/>
              <a:buChar char="-"/>
            </a:pPr>
            <a:r>
              <a:rPr lang="en-US">
                <a:highlight>
                  <a:srgbClr val="FFFF00"/>
                </a:highlight>
              </a:rPr>
              <a:t>Quá trình thực nghiệm</a:t>
            </a:r>
          </a:p>
        </p:txBody>
      </p:sp>
      <p:sp>
        <p:nvSpPr>
          <p:cNvPr id="3" name="Title 2">
            <a:extLst>
              <a:ext uri="{FF2B5EF4-FFF2-40B4-BE49-F238E27FC236}">
                <a16:creationId xmlns:a16="http://schemas.microsoft.com/office/drawing/2014/main" id="{92EABBFE-655A-AB75-0B62-DD7943D0E36F}"/>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3996436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E1009-E473-47AB-C8D6-9BE3FD759F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06D2BA-5608-92E7-E899-D037511EAC89}"/>
              </a:ext>
            </a:extLst>
          </p:cNvPr>
          <p:cNvSpPr>
            <a:spLocks noGrp="1"/>
          </p:cNvSpPr>
          <p:nvPr>
            <p:ph idx="1"/>
          </p:nvPr>
        </p:nvSpPr>
        <p:spPr>
          <a:xfrm>
            <a:off x="540620" y="1206631"/>
            <a:ext cx="11001080" cy="4970332"/>
          </a:xfrm>
        </p:spPr>
        <p:txBody>
          <a:bodyPr/>
          <a:lstStyle/>
          <a:p>
            <a:pPr marL="0" indent="0">
              <a:buNone/>
            </a:pPr>
            <a:r>
              <a:rPr lang="en-US" b="1"/>
              <a:t>Mô hình Vision Transformer</a:t>
            </a:r>
          </a:p>
          <a:p>
            <a:pPr>
              <a:buFontTx/>
              <a:buChar char="-"/>
            </a:pPr>
            <a:r>
              <a:rPr lang="en-US">
                <a:highlight>
                  <a:srgbClr val="FFFF00"/>
                </a:highlight>
              </a:rPr>
              <a:t>Kiến trúc</a:t>
            </a:r>
          </a:p>
          <a:p>
            <a:pPr>
              <a:buFontTx/>
              <a:buChar char="-"/>
            </a:pPr>
            <a:r>
              <a:rPr lang="en-US">
                <a:highlight>
                  <a:srgbClr val="FFFF00"/>
                </a:highlight>
              </a:rPr>
              <a:t>Thông tin về tiền huấn luyện</a:t>
            </a:r>
          </a:p>
          <a:p>
            <a:pPr>
              <a:buFontTx/>
              <a:buChar char="-"/>
            </a:pPr>
            <a:r>
              <a:rPr lang="en-US">
                <a:highlight>
                  <a:srgbClr val="FFFF00"/>
                </a:highlight>
              </a:rPr>
              <a:t>Quá trình thực nghiệm</a:t>
            </a:r>
          </a:p>
        </p:txBody>
      </p:sp>
      <p:sp>
        <p:nvSpPr>
          <p:cNvPr id="3" name="Title 2">
            <a:extLst>
              <a:ext uri="{FF2B5EF4-FFF2-40B4-BE49-F238E27FC236}">
                <a16:creationId xmlns:a16="http://schemas.microsoft.com/office/drawing/2014/main" id="{C6ACC7E2-1DEB-07AB-6941-E9EDAB44AE19}"/>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2301780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AFD1A-1F45-5822-9202-C54DB76AD9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DC4110-7EC2-6BBF-0AFD-58BDE3017660}"/>
              </a:ext>
            </a:extLst>
          </p:cNvPr>
          <p:cNvSpPr>
            <a:spLocks noGrp="1"/>
          </p:cNvSpPr>
          <p:nvPr>
            <p:ph idx="1"/>
          </p:nvPr>
        </p:nvSpPr>
        <p:spPr>
          <a:xfrm>
            <a:off x="540620" y="1206631"/>
            <a:ext cx="11001080" cy="4970332"/>
          </a:xfrm>
        </p:spPr>
        <p:txBody>
          <a:bodyPr/>
          <a:lstStyle/>
          <a:p>
            <a:pPr marL="0" indent="0">
              <a:buNone/>
            </a:pPr>
            <a:r>
              <a:rPr lang="en-US" b="1"/>
              <a:t>Mô hình Vision Transformer: Kết quả thực nghiệm</a:t>
            </a:r>
          </a:p>
          <a:p>
            <a:pPr>
              <a:buFontTx/>
              <a:buChar char="-"/>
            </a:pPr>
            <a:r>
              <a:rPr lang="en-US"/>
              <a:t>F1 cho các kết quả dương tính (1) là </a:t>
            </a:r>
            <a:r>
              <a:rPr lang="en-US" b="1"/>
              <a:t>92,72%</a:t>
            </a:r>
            <a:r>
              <a:rPr lang="en-US"/>
              <a:t> và âm tính (0) là </a:t>
            </a:r>
            <a:r>
              <a:rPr lang="en-US" b="1"/>
              <a:t>95,06% </a:t>
            </a:r>
            <a:r>
              <a:rPr lang="en-US"/>
              <a:t>→ trung bình trọng số là </a:t>
            </a:r>
            <a:r>
              <a:rPr lang="en-US" b="1"/>
              <a:t>93,89%</a:t>
            </a:r>
          </a:p>
          <a:p>
            <a:pPr>
              <a:buFontTx/>
              <a:buChar char="-"/>
            </a:pPr>
            <a:endParaRPr lang="en-US"/>
          </a:p>
          <a:p>
            <a:pPr marL="0" indent="0">
              <a:buNone/>
            </a:pPr>
            <a:endParaRPr lang="en-US" b="1"/>
          </a:p>
        </p:txBody>
      </p:sp>
      <p:sp>
        <p:nvSpPr>
          <p:cNvPr id="3" name="Title 2">
            <a:extLst>
              <a:ext uri="{FF2B5EF4-FFF2-40B4-BE49-F238E27FC236}">
                <a16:creationId xmlns:a16="http://schemas.microsoft.com/office/drawing/2014/main" id="{97A3A712-14D2-E471-00F6-4605ECC0C4F1}"/>
              </a:ext>
            </a:extLst>
          </p:cNvPr>
          <p:cNvSpPr>
            <a:spLocks noGrp="1"/>
          </p:cNvSpPr>
          <p:nvPr>
            <p:ph type="title"/>
          </p:nvPr>
        </p:nvSpPr>
        <p:spPr/>
        <p:txBody>
          <a:bodyPr/>
          <a:lstStyle/>
          <a:p>
            <a:r>
              <a:rPr lang="en-US"/>
              <a:t>THỰC NGHIỆM</a:t>
            </a:r>
            <a:endParaRPr lang="en-GB"/>
          </a:p>
        </p:txBody>
      </p:sp>
      <p:pic>
        <p:nvPicPr>
          <p:cNvPr id="5" name="Picture 4">
            <a:extLst>
              <a:ext uri="{FF2B5EF4-FFF2-40B4-BE49-F238E27FC236}">
                <a16:creationId xmlns:a16="http://schemas.microsoft.com/office/drawing/2014/main" id="{DD7AE877-9D0B-A3D8-9545-BA7B72658432}"/>
              </a:ext>
            </a:extLst>
          </p:cNvPr>
          <p:cNvPicPr>
            <a:picLocks noChangeAspect="1"/>
          </p:cNvPicPr>
          <p:nvPr/>
        </p:nvPicPr>
        <p:blipFill>
          <a:blip r:embed="rId2"/>
          <a:stretch>
            <a:fillRect/>
          </a:stretch>
        </p:blipFill>
        <p:spPr>
          <a:xfrm>
            <a:off x="1078040" y="2130418"/>
            <a:ext cx="10035919" cy="3600000"/>
          </a:xfrm>
          <a:prstGeom prst="rect">
            <a:avLst/>
          </a:prstGeom>
        </p:spPr>
      </p:pic>
    </p:spTree>
    <p:extLst>
      <p:ext uri="{BB962C8B-B14F-4D97-AF65-F5344CB8AC3E}">
        <p14:creationId xmlns:p14="http://schemas.microsoft.com/office/powerpoint/2010/main" val="3371495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D938E-8C07-8203-6A37-9B5B32B51B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30B326-35BB-53AC-0416-0ACC66202647}"/>
              </a:ext>
            </a:extLst>
          </p:cNvPr>
          <p:cNvSpPr>
            <a:spLocks noGrp="1"/>
          </p:cNvSpPr>
          <p:nvPr>
            <p:ph idx="1"/>
          </p:nvPr>
        </p:nvSpPr>
        <p:spPr>
          <a:xfrm>
            <a:off x="540620" y="1206631"/>
            <a:ext cx="11001080" cy="4970332"/>
          </a:xfrm>
        </p:spPr>
        <p:txBody>
          <a:bodyPr/>
          <a:lstStyle/>
          <a:p>
            <a:pPr marL="0" indent="0">
              <a:buNone/>
            </a:pPr>
            <a:r>
              <a:rPr lang="en-US" b="1"/>
              <a:t>Tổng kết Thực nghiệm</a:t>
            </a:r>
          </a:p>
          <a:p>
            <a:pPr>
              <a:buFontTx/>
              <a:buChar char="-"/>
            </a:pPr>
            <a:r>
              <a:rPr lang="en-US">
                <a:highlight>
                  <a:srgbClr val="FFFF00"/>
                </a:highlight>
              </a:rPr>
              <a:t>So sánh số lượng tham số</a:t>
            </a:r>
          </a:p>
          <a:p>
            <a:pPr>
              <a:buFontTx/>
              <a:buChar char="-"/>
            </a:pPr>
            <a:r>
              <a:rPr lang="en-US">
                <a:highlight>
                  <a:srgbClr val="FFFF00"/>
                </a:highlight>
              </a:rPr>
              <a:t>So sánh kết quả</a:t>
            </a:r>
          </a:p>
        </p:txBody>
      </p:sp>
      <p:sp>
        <p:nvSpPr>
          <p:cNvPr id="3" name="Title 2">
            <a:extLst>
              <a:ext uri="{FF2B5EF4-FFF2-40B4-BE49-F238E27FC236}">
                <a16:creationId xmlns:a16="http://schemas.microsoft.com/office/drawing/2014/main" id="{48E75EA6-6C49-5C05-2AEE-4A5902AF089E}"/>
              </a:ext>
            </a:extLst>
          </p:cNvPr>
          <p:cNvSpPr>
            <a:spLocks noGrp="1"/>
          </p:cNvSpPr>
          <p:nvPr>
            <p:ph type="title"/>
          </p:nvPr>
        </p:nvSpPr>
        <p:spPr/>
        <p:txBody>
          <a:bodyPr/>
          <a:lstStyle/>
          <a:p>
            <a:r>
              <a:rPr lang="en-US"/>
              <a:t>THỰC NGHIỆM</a:t>
            </a:r>
            <a:endParaRPr lang="en-GB"/>
          </a:p>
        </p:txBody>
      </p:sp>
    </p:spTree>
    <p:extLst>
      <p:ext uri="{BB962C8B-B14F-4D97-AF65-F5344CB8AC3E}">
        <p14:creationId xmlns:p14="http://schemas.microsoft.com/office/powerpoint/2010/main" val="2200117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BC9BC-2BCD-35FB-5BA9-72D4FBBF03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EDD301-1990-71B3-B958-27058D1E2481}"/>
              </a:ext>
            </a:extLst>
          </p:cNvPr>
          <p:cNvSpPr txBox="1"/>
          <p:nvPr/>
        </p:nvSpPr>
        <p:spPr>
          <a:xfrm>
            <a:off x="4608945" y="347593"/>
            <a:ext cx="7583055" cy="769441"/>
          </a:xfrm>
          <a:prstGeom prst="rect">
            <a:avLst/>
          </a:prstGeom>
          <a:noFill/>
        </p:spPr>
        <p:txBody>
          <a:bodyPr wrap="square" rtlCol="0" anchor="ctr">
            <a:spAutoFit/>
          </a:bodyPr>
          <a:lstStyle/>
          <a:p>
            <a:r>
              <a:rPr lang="en-US" altLang="ko-KR" sz="4400" b="1">
                <a:solidFill>
                  <a:schemeClr val="bg1"/>
                </a:solidFill>
                <a:latin typeface="Arial (Body)"/>
                <a:cs typeface="Arial" pitchFamily="34" charset="0"/>
              </a:rPr>
              <a:t>OUTLINE</a:t>
            </a:r>
            <a:endParaRPr lang="ko-KR" altLang="en-US" sz="4400" b="1">
              <a:solidFill>
                <a:schemeClr val="bg1"/>
              </a:solidFill>
              <a:latin typeface="Arial (Body)"/>
              <a:cs typeface="Arial" pitchFamily="34" charset="0"/>
            </a:endParaRPr>
          </a:p>
        </p:txBody>
      </p:sp>
      <p:grpSp>
        <p:nvGrpSpPr>
          <p:cNvPr id="14" name="Group 13">
            <a:extLst>
              <a:ext uri="{FF2B5EF4-FFF2-40B4-BE49-F238E27FC236}">
                <a16:creationId xmlns:a16="http://schemas.microsoft.com/office/drawing/2014/main" id="{9DEC0CFC-E93C-84F2-9043-294005A6AB42}"/>
              </a:ext>
            </a:extLst>
          </p:cNvPr>
          <p:cNvGrpSpPr/>
          <p:nvPr/>
        </p:nvGrpSpPr>
        <p:grpSpPr>
          <a:xfrm>
            <a:off x="5287575" y="2709562"/>
            <a:ext cx="6523624" cy="553998"/>
            <a:chOff x="5680459" y="1490186"/>
            <a:chExt cx="6523624" cy="553998"/>
          </a:xfrm>
        </p:grpSpPr>
        <p:sp>
          <p:nvSpPr>
            <p:cNvPr id="15" name="TextBox 14">
              <a:extLst>
                <a:ext uri="{FF2B5EF4-FFF2-40B4-BE49-F238E27FC236}">
                  <a16:creationId xmlns:a16="http://schemas.microsoft.com/office/drawing/2014/main" id="{2E6A0B88-080D-20C7-D66C-98AC6253C2EB}"/>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02</a:t>
              </a:r>
              <a:endParaRPr lang="ko-KR" altLang="en-US" sz="3600" b="1">
                <a:solidFill>
                  <a:schemeClr val="bg1">
                    <a:lumMod val="50000"/>
                  </a:schemeClr>
                </a:solidFill>
                <a:latin typeface="Arial (Body)"/>
                <a:cs typeface="Arial" pitchFamily="34" charset="0"/>
              </a:endParaRPr>
            </a:p>
          </p:txBody>
        </p:sp>
        <p:sp>
          <p:nvSpPr>
            <p:cNvPr id="17" name="TextBox 16">
              <a:extLst>
                <a:ext uri="{FF2B5EF4-FFF2-40B4-BE49-F238E27FC236}">
                  <a16:creationId xmlns:a16="http://schemas.microsoft.com/office/drawing/2014/main" id="{AAB99139-A466-C9C9-C771-7AF5E86B658B}"/>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sz="2400" b="1">
                  <a:solidFill>
                    <a:schemeClr val="bg1">
                      <a:lumMod val="50000"/>
                    </a:schemeClr>
                  </a:solidFill>
                  <a:latin typeface="Arial (Body)"/>
                  <a:cs typeface="Arial" pitchFamily="34" charset="0"/>
                </a:rPr>
                <a:t>Kiến thức nền tảng</a:t>
              </a:r>
              <a:endParaRPr lang="en-GB" sz="2400" b="1">
                <a:solidFill>
                  <a:schemeClr val="bg1">
                    <a:lumMod val="50000"/>
                  </a:schemeClr>
                </a:solidFill>
                <a:latin typeface="Arial (Body)"/>
                <a:cs typeface="Arial" pitchFamily="34" charset="0"/>
              </a:endParaRPr>
            </a:p>
          </p:txBody>
        </p:sp>
      </p:grpSp>
      <p:grpSp>
        <p:nvGrpSpPr>
          <p:cNvPr id="12" name="Group 11">
            <a:extLst>
              <a:ext uri="{FF2B5EF4-FFF2-40B4-BE49-F238E27FC236}">
                <a16:creationId xmlns:a16="http://schemas.microsoft.com/office/drawing/2014/main" id="{1FBD9080-69FF-C922-FC9E-583F7E7639AB}"/>
              </a:ext>
            </a:extLst>
          </p:cNvPr>
          <p:cNvGrpSpPr/>
          <p:nvPr/>
        </p:nvGrpSpPr>
        <p:grpSpPr>
          <a:xfrm>
            <a:off x="5667574" y="3557205"/>
            <a:ext cx="6523623" cy="553998"/>
            <a:chOff x="5680459" y="1490186"/>
            <a:chExt cx="6523623" cy="553998"/>
          </a:xfrm>
        </p:grpSpPr>
        <p:sp>
          <p:nvSpPr>
            <p:cNvPr id="16" name="TextBox 15">
              <a:extLst>
                <a:ext uri="{FF2B5EF4-FFF2-40B4-BE49-F238E27FC236}">
                  <a16:creationId xmlns:a16="http://schemas.microsoft.com/office/drawing/2014/main" id="{13BC4575-FC9A-24A2-F76F-60506049FED2}"/>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03</a:t>
              </a:r>
              <a:endParaRPr lang="ko-KR" altLang="en-US" sz="3600" b="1">
                <a:solidFill>
                  <a:schemeClr val="bg1">
                    <a:lumMod val="50000"/>
                  </a:schemeClr>
                </a:solidFill>
                <a:latin typeface="Arial (Body)"/>
                <a:cs typeface="Arial" pitchFamily="34" charset="0"/>
              </a:endParaRPr>
            </a:p>
          </p:txBody>
        </p:sp>
        <p:sp>
          <p:nvSpPr>
            <p:cNvPr id="20" name="TextBox 19">
              <a:extLst>
                <a:ext uri="{FF2B5EF4-FFF2-40B4-BE49-F238E27FC236}">
                  <a16:creationId xmlns:a16="http://schemas.microsoft.com/office/drawing/2014/main" id="{F8AAAB7F-A22D-BAF1-227B-AC1193D34CA1}"/>
                </a:ext>
              </a:extLst>
            </p:cNvPr>
            <p:cNvSpPr txBox="1"/>
            <p:nvPr/>
          </p:nvSpPr>
          <p:spPr>
            <a:xfrm>
              <a:off x="6444082"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Thực nghiệm</a:t>
              </a:r>
              <a:endParaRPr lang="ko-KR" altLang="en-US" sz="2400" b="1">
                <a:solidFill>
                  <a:schemeClr val="bg1">
                    <a:lumMod val="50000"/>
                  </a:schemeClr>
                </a:solidFill>
                <a:latin typeface="Arial (Body)"/>
                <a:cs typeface="Arial" pitchFamily="34" charset="0"/>
              </a:endParaRPr>
            </a:p>
          </p:txBody>
        </p:sp>
      </p:grpSp>
      <p:grpSp>
        <p:nvGrpSpPr>
          <p:cNvPr id="22" name="Group 21">
            <a:extLst>
              <a:ext uri="{FF2B5EF4-FFF2-40B4-BE49-F238E27FC236}">
                <a16:creationId xmlns:a16="http://schemas.microsoft.com/office/drawing/2014/main" id="{E6B88C4C-6A92-8CE7-7642-B192F946AD07}"/>
              </a:ext>
            </a:extLst>
          </p:cNvPr>
          <p:cNvGrpSpPr/>
          <p:nvPr/>
        </p:nvGrpSpPr>
        <p:grpSpPr>
          <a:xfrm>
            <a:off x="6047572" y="4404848"/>
            <a:ext cx="6523622" cy="553998"/>
            <a:chOff x="5680459" y="1490186"/>
            <a:chExt cx="6523622" cy="553998"/>
          </a:xfrm>
        </p:grpSpPr>
        <p:sp>
          <p:nvSpPr>
            <p:cNvPr id="23" name="TextBox 22">
              <a:extLst>
                <a:ext uri="{FF2B5EF4-FFF2-40B4-BE49-F238E27FC236}">
                  <a16:creationId xmlns:a16="http://schemas.microsoft.com/office/drawing/2014/main" id="{4175FB53-BDEC-C989-FBE7-F907E502AE38}"/>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solidFill>
                  <a:latin typeface="Arial (Body)"/>
                  <a:cs typeface="Arial" pitchFamily="34" charset="0"/>
                </a:rPr>
                <a:t>04</a:t>
              </a:r>
              <a:endParaRPr lang="ko-KR" altLang="en-US" sz="3600" b="1">
                <a:solidFill>
                  <a:schemeClr val="bg1"/>
                </a:solidFill>
                <a:latin typeface="Arial (Body)"/>
                <a:cs typeface="Arial" pitchFamily="34" charset="0"/>
              </a:endParaRPr>
            </a:p>
          </p:txBody>
        </p:sp>
        <p:sp>
          <p:nvSpPr>
            <p:cNvPr id="24" name="TextBox 23">
              <a:extLst>
                <a:ext uri="{FF2B5EF4-FFF2-40B4-BE49-F238E27FC236}">
                  <a16:creationId xmlns:a16="http://schemas.microsoft.com/office/drawing/2014/main" id="{1DC8B16B-AA51-5335-DF0B-5DF3702870AA}"/>
                </a:ext>
              </a:extLst>
            </p:cNvPr>
            <p:cNvSpPr txBox="1"/>
            <p:nvPr/>
          </p:nvSpPr>
          <p:spPr>
            <a:xfrm>
              <a:off x="6444081" y="1536352"/>
              <a:ext cx="5760000" cy="461665"/>
            </a:xfrm>
            <a:prstGeom prst="rect">
              <a:avLst/>
            </a:prstGeom>
            <a:noFill/>
          </p:spPr>
          <p:txBody>
            <a:bodyPr wrap="square" lIns="108000" rIns="108000" rtlCol="0" anchor="ctr">
              <a:spAutoFit/>
            </a:bodyPr>
            <a:lstStyle/>
            <a:p>
              <a:r>
                <a:rPr lang="en-US" altLang="ko-KR" sz="2400" b="1">
                  <a:solidFill>
                    <a:schemeClr val="bg1"/>
                  </a:solidFill>
                  <a:latin typeface="Arial (Body)"/>
                  <a:cs typeface="Arial" pitchFamily="34" charset="0"/>
                </a:rPr>
                <a:t>Tổng kết</a:t>
              </a:r>
              <a:endParaRPr lang="ko-KR" altLang="en-US" sz="2400" b="1">
                <a:solidFill>
                  <a:schemeClr val="bg1"/>
                </a:solidFill>
                <a:latin typeface="Arial (Body)"/>
                <a:cs typeface="Arial" pitchFamily="34" charset="0"/>
              </a:endParaRPr>
            </a:p>
          </p:txBody>
        </p:sp>
      </p:grpSp>
      <p:grpSp>
        <p:nvGrpSpPr>
          <p:cNvPr id="6" name="Group 5">
            <a:extLst>
              <a:ext uri="{FF2B5EF4-FFF2-40B4-BE49-F238E27FC236}">
                <a16:creationId xmlns:a16="http://schemas.microsoft.com/office/drawing/2014/main" id="{B0A674AC-5481-DC43-F8C0-EA0C4BD60251}"/>
              </a:ext>
            </a:extLst>
          </p:cNvPr>
          <p:cNvGrpSpPr/>
          <p:nvPr/>
        </p:nvGrpSpPr>
        <p:grpSpPr>
          <a:xfrm>
            <a:off x="4907576" y="1861919"/>
            <a:ext cx="6523624" cy="553998"/>
            <a:chOff x="5680459" y="1490186"/>
            <a:chExt cx="6523624" cy="553998"/>
          </a:xfrm>
        </p:grpSpPr>
        <p:sp>
          <p:nvSpPr>
            <p:cNvPr id="7" name="TextBox 6">
              <a:extLst>
                <a:ext uri="{FF2B5EF4-FFF2-40B4-BE49-F238E27FC236}">
                  <a16:creationId xmlns:a16="http://schemas.microsoft.com/office/drawing/2014/main" id="{957DFF57-6002-F929-7A1B-8AEBCC90DCA6}"/>
                </a:ext>
              </a:extLst>
            </p:cNvPr>
            <p:cNvSpPr txBox="1"/>
            <p:nvPr/>
          </p:nvSpPr>
          <p:spPr>
            <a:xfrm>
              <a:off x="5680459" y="1490186"/>
              <a:ext cx="763624" cy="553998"/>
            </a:xfrm>
            <a:prstGeom prst="rect">
              <a:avLst/>
            </a:prstGeom>
            <a:noFill/>
          </p:spPr>
          <p:txBody>
            <a:bodyPr wrap="square" lIns="0" tIns="0" rIns="0" bIns="0" rtlCol="0" anchor="ctr">
              <a:spAutoFit/>
            </a:bodyPr>
            <a:lstStyle/>
            <a:p>
              <a:pPr algn="ctr"/>
              <a:r>
                <a:rPr lang="en-US" altLang="ko-KR" sz="3600" b="1">
                  <a:solidFill>
                    <a:schemeClr val="bg1">
                      <a:lumMod val="50000"/>
                    </a:schemeClr>
                  </a:solidFill>
                  <a:latin typeface="Arial (Body)"/>
                  <a:cs typeface="Arial" pitchFamily="34" charset="0"/>
                </a:rPr>
                <a:t>01</a:t>
              </a:r>
              <a:endParaRPr lang="ko-KR" altLang="en-US" sz="3600" b="1">
                <a:solidFill>
                  <a:schemeClr val="bg1">
                    <a:lumMod val="50000"/>
                  </a:schemeClr>
                </a:solidFill>
                <a:latin typeface="Arial (Body)"/>
                <a:cs typeface="Arial" pitchFamily="34" charset="0"/>
              </a:endParaRPr>
            </a:p>
          </p:txBody>
        </p:sp>
        <p:sp>
          <p:nvSpPr>
            <p:cNvPr id="8" name="TextBox 7">
              <a:extLst>
                <a:ext uri="{FF2B5EF4-FFF2-40B4-BE49-F238E27FC236}">
                  <a16:creationId xmlns:a16="http://schemas.microsoft.com/office/drawing/2014/main" id="{4333675B-635A-50E9-CDF0-033A092259C7}"/>
                </a:ext>
              </a:extLst>
            </p:cNvPr>
            <p:cNvSpPr txBox="1"/>
            <p:nvPr/>
          </p:nvSpPr>
          <p:spPr>
            <a:xfrm>
              <a:off x="6444083" y="1536352"/>
              <a:ext cx="5760000" cy="461665"/>
            </a:xfrm>
            <a:prstGeom prst="rect">
              <a:avLst/>
            </a:prstGeom>
            <a:noFill/>
          </p:spPr>
          <p:txBody>
            <a:bodyPr wrap="square" lIns="108000" rIns="108000" rtlCol="0" anchor="ctr">
              <a:spAutoFit/>
            </a:bodyPr>
            <a:lstStyle/>
            <a:p>
              <a:r>
                <a:rPr lang="en-US" altLang="ko-KR" sz="2400" b="1">
                  <a:solidFill>
                    <a:schemeClr val="bg1">
                      <a:lumMod val="50000"/>
                    </a:schemeClr>
                  </a:solidFill>
                  <a:latin typeface="Arial (Body)"/>
                  <a:cs typeface="Arial" pitchFamily="34" charset="0"/>
                </a:rPr>
                <a:t>Phát biểu bài toán</a:t>
              </a:r>
            </a:p>
          </p:txBody>
        </p:sp>
      </p:grpSp>
    </p:spTree>
    <p:extLst>
      <p:ext uri="{BB962C8B-B14F-4D97-AF65-F5344CB8AC3E}">
        <p14:creationId xmlns:p14="http://schemas.microsoft.com/office/powerpoint/2010/main" val="13674000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400">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9DF25D9-E3C8-72A2-45BA-59B3082C86F8}"/>
              </a:ext>
            </a:extLst>
          </p:cNvPr>
          <p:cNvGraphicFramePr>
            <a:graphicFrameLocks noGrp="1"/>
          </p:cNvGraphicFramePr>
          <p:nvPr>
            <p:ph idx="1"/>
            <p:extLst>
              <p:ext uri="{D42A27DB-BD31-4B8C-83A1-F6EECF244321}">
                <p14:modId xmlns:p14="http://schemas.microsoft.com/office/powerpoint/2010/main" val="43883699"/>
              </p:ext>
            </p:extLst>
          </p:nvPr>
        </p:nvGraphicFramePr>
        <p:xfrm>
          <a:off x="568900" y="1685700"/>
          <a:ext cx="9123336" cy="1836420"/>
        </p:xfrm>
        <a:graphic>
          <a:graphicData uri="http://schemas.openxmlformats.org/drawingml/2006/table">
            <a:tbl>
              <a:tblPr/>
              <a:tblGrid>
                <a:gridCol w="2280834">
                  <a:extLst>
                    <a:ext uri="{9D8B030D-6E8A-4147-A177-3AD203B41FA5}">
                      <a16:colId xmlns:a16="http://schemas.microsoft.com/office/drawing/2014/main" val="132684231"/>
                    </a:ext>
                  </a:extLst>
                </a:gridCol>
                <a:gridCol w="2280834">
                  <a:extLst>
                    <a:ext uri="{9D8B030D-6E8A-4147-A177-3AD203B41FA5}">
                      <a16:colId xmlns:a16="http://schemas.microsoft.com/office/drawing/2014/main" val="3653983260"/>
                    </a:ext>
                  </a:extLst>
                </a:gridCol>
                <a:gridCol w="2280834">
                  <a:extLst>
                    <a:ext uri="{9D8B030D-6E8A-4147-A177-3AD203B41FA5}">
                      <a16:colId xmlns:a16="http://schemas.microsoft.com/office/drawing/2014/main" val="3915225409"/>
                    </a:ext>
                  </a:extLst>
                </a:gridCol>
                <a:gridCol w="2280834">
                  <a:extLst>
                    <a:ext uri="{9D8B030D-6E8A-4147-A177-3AD203B41FA5}">
                      <a16:colId xmlns:a16="http://schemas.microsoft.com/office/drawing/2014/main" val="916176773"/>
                    </a:ext>
                  </a:extLst>
                </a:gridCol>
              </a:tblGrid>
              <a:tr h="0">
                <a:tc>
                  <a:txBody>
                    <a:bodyPr/>
                    <a:lstStyle/>
                    <a:p>
                      <a:pPr algn="ctr" fontAlgn="ctr">
                        <a:buNone/>
                      </a:pPr>
                      <a:r>
                        <a:rPr lang="en-GB" b="1">
                          <a:solidFill>
                            <a:srgbClr val="FFFFFF"/>
                          </a:solidFill>
                          <a:effectLst/>
                        </a:rPr>
                        <a:t>Mô hình</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tc>
                  <a:txBody>
                    <a:bodyPr/>
                    <a:lstStyle/>
                    <a:p>
                      <a:pPr algn="r" fontAlgn="ctr">
                        <a:buNone/>
                      </a:pPr>
                      <a:r>
                        <a:rPr lang="en-GB" b="1">
                          <a:solidFill>
                            <a:srgbClr val="FFFFFF"/>
                          </a:solidFill>
                          <a:effectLst/>
                        </a:rPr>
                        <a:t>F1 âm tính (0)</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tc>
                  <a:txBody>
                    <a:bodyPr/>
                    <a:lstStyle/>
                    <a:p>
                      <a:pPr algn="r" fontAlgn="ctr">
                        <a:buNone/>
                      </a:pPr>
                      <a:r>
                        <a:rPr lang="en-GB" b="1">
                          <a:solidFill>
                            <a:srgbClr val="FFFFFF"/>
                          </a:solidFill>
                          <a:effectLst/>
                        </a:rPr>
                        <a:t>F1 dương tính (1)</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tc>
                  <a:txBody>
                    <a:bodyPr/>
                    <a:lstStyle/>
                    <a:p>
                      <a:pPr algn="r" fontAlgn="ctr">
                        <a:buNone/>
                      </a:pPr>
                      <a:r>
                        <a:rPr lang="en-GB" b="1">
                          <a:solidFill>
                            <a:srgbClr val="FFFFFF"/>
                          </a:solidFill>
                          <a:effectLst/>
                        </a:rPr>
                        <a:t>F1 trung bình trọng số</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4325A"/>
                    </a:solidFill>
                  </a:tcPr>
                </a:tc>
                <a:extLst>
                  <a:ext uri="{0D108BD9-81ED-4DB2-BD59-A6C34878D82A}">
                    <a16:rowId xmlns:a16="http://schemas.microsoft.com/office/drawing/2014/main" val="4292432416"/>
                  </a:ext>
                </a:extLst>
              </a:tr>
              <a:tr h="0">
                <a:tc>
                  <a:txBody>
                    <a:bodyPr/>
                    <a:lstStyle/>
                    <a:p>
                      <a:pPr algn="ctr">
                        <a:buNone/>
                      </a:pPr>
                      <a:r>
                        <a:rPr lang="en-GB">
                          <a:effectLst/>
                        </a:rPr>
                        <a:t>vit_s16</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0,95064</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0,92722</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0,94120</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104860"/>
                  </a:ext>
                </a:extLst>
              </a:tr>
              <a:tr h="0">
                <a:tc>
                  <a:txBody>
                    <a:bodyPr/>
                    <a:lstStyle/>
                    <a:p>
                      <a:pPr algn="ctr">
                        <a:buNone/>
                      </a:pPr>
                      <a:r>
                        <a:rPr lang="en-GB">
                          <a:effectLst/>
                        </a:rPr>
                        <a:t>densenet169</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0,94425</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0,91306</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0,93162</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1570165"/>
                  </a:ext>
                </a:extLst>
              </a:tr>
              <a:tr h="0">
                <a:tc>
                  <a:txBody>
                    <a:bodyPr/>
                    <a:lstStyle/>
                    <a:p>
                      <a:pPr algn="ctr">
                        <a:buNone/>
                      </a:pPr>
                      <a:r>
                        <a:rPr lang="en-GB">
                          <a:effectLst/>
                        </a:rPr>
                        <a:t>densenet121</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0,93213</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0,89740</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0,91813</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265856"/>
                  </a:ext>
                </a:extLst>
              </a:tr>
              <a:tr h="0">
                <a:tc>
                  <a:txBody>
                    <a:bodyPr/>
                    <a:lstStyle/>
                    <a:p>
                      <a:pPr algn="ctr">
                        <a:buNone/>
                      </a:pPr>
                      <a:r>
                        <a:rPr lang="en-GB">
                          <a:effectLst/>
                        </a:rPr>
                        <a:t>cnn</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0,91287</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0,87152</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GB">
                          <a:effectLst/>
                        </a:rPr>
                        <a:t>0,89613</a:t>
                      </a:r>
                    </a:p>
                  </a:txBody>
                  <a:tcPr marL="38100" marR="381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5323232"/>
                  </a:ext>
                </a:extLst>
              </a:tr>
            </a:tbl>
          </a:graphicData>
        </a:graphic>
      </p:graphicFrame>
      <p:sp>
        <p:nvSpPr>
          <p:cNvPr id="3" name="Title 2">
            <a:extLst>
              <a:ext uri="{FF2B5EF4-FFF2-40B4-BE49-F238E27FC236}">
                <a16:creationId xmlns:a16="http://schemas.microsoft.com/office/drawing/2014/main" id="{29F7E3D4-EBE5-2B6D-5A9E-D521D2A9C368}"/>
              </a:ext>
            </a:extLst>
          </p:cNvPr>
          <p:cNvSpPr>
            <a:spLocks noGrp="1"/>
          </p:cNvSpPr>
          <p:nvPr>
            <p:ph type="title"/>
          </p:nvPr>
        </p:nvSpPr>
        <p:spPr/>
        <p:txBody>
          <a:bodyPr/>
          <a:lstStyle/>
          <a:p>
            <a:r>
              <a:rPr lang="en-US"/>
              <a:t>TỔNG KẾT</a:t>
            </a:r>
            <a:endParaRPr lang="en-GB"/>
          </a:p>
        </p:txBody>
      </p:sp>
      <p:sp>
        <p:nvSpPr>
          <p:cNvPr id="5" name="Content Placeholder 1">
            <a:extLst>
              <a:ext uri="{FF2B5EF4-FFF2-40B4-BE49-F238E27FC236}">
                <a16:creationId xmlns:a16="http://schemas.microsoft.com/office/drawing/2014/main" id="{E1839013-564F-972E-1D1B-FF1A360BFE31}"/>
              </a:ext>
            </a:extLst>
          </p:cNvPr>
          <p:cNvSpPr txBox="1">
            <a:spLocks/>
          </p:cNvSpPr>
          <p:nvPr/>
        </p:nvSpPr>
        <p:spPr>
          <a:xfrm>
            <a:off x="540620" y="1206631"/>
            <a:ext cx="11001080" cy="354155"/>
          </a:xfrm>
          <a:prstGeom prst="rect">
            <a:avLst/>
          </a:prstGeom>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t>Kết quả các mô hình thực nghiệm như sau:</a:t>
            </a:r>
            <a:endParaRPr lang="en-US">
              <a:highlight>
                <a:srgbClr val="FFFF00"/>
              </a:highlight>
            </a:endParaRPr>
          </a:p>
        </p:txBody>
      </p:sp>
      <p:sp>
        <p:nvSpPr>
          <p:cNvPr id="6" name="Content Placeholder 1">
            <a:extLst>
              <a:ext uri="{FF2B5EF4-FFF2-40B4-BE49-F238E27FC236}">
                <a16:creationId xmlns:a16="http://schemas.microsoft.com/office/drawing/2014/main" id="{A2395EF6-FEAA-1362-EA33-7689133FFE28}"/>
              </a:ext>
            </a:extLst>
          </p:cNvPr>
          <p:cNvSpPr txBox="1">
            <a:spLocks/>
          </p:cNvSpPr>
          <p:nvPr/>
        </p:nvSpPr>
        <p:spPr>
          <a:xfrm>
            <a:off x="540620" y="3739624"/>
            <a:ext cx="11001080" cy="354155"/>
          </a:xfrm>
          <a:prstGeom prst="rect">
            <a:avLst/>
          </a:prstGeom>
        </p:spPr>
        <p:txBody>
          <a:bodyPr vert="horz" lIns="91440" tIns="45720" rIns="91440" bIns="45720" rtlCol="0">
            <a:noAutofit/>
          </a:bodyPr>
          <a:lstStyle>
            <a:lvl1pPr marL="2286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4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Bài học rút ra:</a:t>
            </a:r>
            <a:endParaRPr lang="en-GB"/>
          </a:p>
          <a:p>
            <a:pPr>
              <a:buFontTx/>
              <a:buChar char="-"/>
            </a:pPr>
            <a:r>
              <a:rPr lang="en-US"/>
              <a:t>Mô hình Vision Transformer tiên tiến hơn, đạt kết quả tốt nhất trong cả lớp âm tính và dương tính, cao hơn mô hình CNN đơn giản khoảng 5 điểm phần trăm.</a:t>
            </a:r>
          </a:p>
          <a:p>
            <a:pPr>
              <a:buFontTx/>
              <a:buChar char="-"/>
            </a:pPr>
            <a:r>
              <a:rPr lang="en-US"/>
              <a:t>Với bài toán phát hiện ung thư, có thể cần ưu tiên </a:t>
            </a:r>
            <a:r>
              <a:rPr lang="en-US" i="1"/>
              <a:t>không bỏ sót trường hợp dương tính</a:t>
            </a:r>
            <a:r>
              <a:rPr lang="en-US"/>
              <a:t> – tương ứng với tỷ lệ recall cao hơn (thay vì chỉ xét tới f1).</a:t>
            </a:r>
          </a:p>
          <a:p>
            <a:pPr>
              <a:buFontTx/>
              <a:buChar char="-"/>
            </a:pPr>
            <a:endParaRPr lang="en-US"/>
          </a:p>
          <a:p>
            <a:pPr>
              <a:buFontTx/>
              <a:buChar char="-"/>
            </a:pPr>
            <a:endParaRPr lang="en-US"/>
          </a:p>
          <a:p>
            <a:pPr>
              <a:buFontTx/>
              <a:buChar char="-"/>
            </a:pPr>
            <a:endParaRPr lang="en-GB">
              <a:effectLst/>
            </a:endParaRPr>
          </a:p>
        </p:txBody>
      </p:sp>
    </p:spTree>
    <p:extLst>
      <p:ext uri="{BB962C8B-B14F-4D97-AF65-F5344CB8AC3E}">
        <p14:creationId xmlns:p14="http://schemas.microsoft.com/office/powerpoint/2010/main" val="227945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578E94-C809-DFA5-56A8-CEC82018D8B9}"/>
              </a:ext>
            </a:extLst>
          </p:cNvPr>
          <p:cNvSpPr txBox="1"/>
          <p:nvPr/>
        </p:nvSpPr>
        <p:spPr>
          <a:xfrm>
            <a:off x="6248400" y="4274794"/>
            <a:ext cx="5943597" cy="707886"/>
          </a:xfrm>
          <a:prstGeom prst="rect">
            <a:avLst/>
          </a:prstGeom>
          <a:noFill/>
        </p:spPr>
        <p:txBody>
          <a:bodyPr wrap="square" rtlCol="0" anchor="ctr">
            <a:spAutoFit/>
          </a:bodyPr>
          <a:lstStyle/>
          <a:p>
            <a:pPr lvl="0" algn="ctr">
              <a:defRPr/>
            </a:pPr>
            <a:r>
              <a:rPr lang="en-US" altLang="ko-KR" sz="4000" b="1">
                <a:solidFill>
                  <a:prstClr val="white"/>
                </a:solidFill>
                <a:latin typeface="Arial"/>
                <a:ea typeface="맑은 고딕"/>
                <a:cs typeface="Arial" pitchFamily="34" charset="0"/>
              </a:rPr>
              <a:t>THANK YOU</a:t>
            </a:r>
            <a:endParaRPr lang="ko-KR" altLang="en-US" sz="4000" b="1">
              <a:solidFill>
                <a:prstClr val="white"/>
              </a:solidFill>
              <a:latin typeface="Arial"/>
              <a:ea typeface="맑은 고딕"/>
              <a:cs typeface="Arial" pitchFamily="34" charset="0"/>
            </a:endParaRPr>
          </a:p>
        </p:txBody>
      </p:sp>
    </p:spTree>
    <p:extLst>
      <p:ext uri="{BB962C8B-B14F-4D97-AF65-F5344CB8AC3E}">
        <p14:creationId xmlns:p14="http://schemas.microsoft.com/office/powerpoint/2010/main" val="4283425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theme/theme1.xml><?xml version="1.0" encoding="utf-8"?>
<a:theme xmlns:a="http://schemas.openxmlformats.org/drawingml/2006/main" name="Cover and End Slide Master">
  <a:themeElements>
    <a:clrScheme name="Double-Exposure-Business">
      <a:dk1>
        <a:sysClr val="windowText" lastClr="000000"/>
      </a:dk1>
      <a:lt1>
        <a:sysClr val="window" lastClr="FFFFFF"/>
      </a:lt1>
      <a:dk2>
        <a:srgbClr val="44546A"/>
      </a:dk2>
      <a:lt2>
        <a:srgbClr val="E7E6E6"/>
      </a:lt2>
      <a:accent1>
        <a:srgbClr val="507C89"/>
      </a:accent1>
      <a:accent2>
        <a:srgbClr val="8CBABE"/>
      </a:accent2>
      <a:accent3>
        <a:srgbClr val="9CCCD2"/>
      </a:accent3>
      <a:accent4>
        <a:srgbClr val="507C89"/>
      </a:accent4>
      <a:accent5>
        <a:srgbClr val="8CBABE"/>
      </a:accent5>
      <a:accent6>
        <a:srgbClr val="9CCCD2"/>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FPTS">
      <a:dk1>
        <a:sysClr val="windowText" lastClr="000000"/>
      </a:dk1>
      <a:lt1>
        <a:sysClr val="window" lastClr="FFFFFF"/>
      </a:lt1>
      <a:dk2>
        <a:srgbClr val="000000"/>
      </a:dk2>
      <a:lt2>
        <a:srgbClr val="FFFFFF"/>
      </a:lt2>
      <a:accent1>
        <a:srgbClr val="14325A"/>
      </a:accent1>
      <a:accent2>
        <a:srgbClr val="507896"/>
      </a:accent2>
      <a:accent3>
        <a:srgbClr val="8CB4D2"/>
      </a:accent3>
      <a:accent4>
        <a:srgbClr val="7F7F7F"/>
      </a:accent4>
      <a:accent5>
        <a:srgbClr val="BFBFBF"/>
      </a:accent5>
      <a:accent6>
        <a:srgbClr val="D9D9D9"/>
      </a:accent6>
      <a:hlink>
        <a:srgbClr val="14325A"/>
      </a:hlink>
      <a:folHlink>
        <a:srgbClr val="D9D9D9"/>
      </a:folHlink>
    </a:clrScheme>
    <a:fontScheme name="FP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70416AB34B59B408067A14BC462CFA2" ma:contentTypeVersion="3" ma:contentTypeDescription="Create a new document." ma:contentTypeScope="" ma:versionID="d516158d82e333d9e650407b76d3003b">
  <xsd:schema xmlns:xsd="http://www.w3.org/2001/XMLSchema" xmlns:xs="http://www.w3.org/2001/XMLSchema" xmlns:p="http://schemas.microsoft.com/office/2006/metadata/properties" xmlns:ns2="abdabb44-9601-472e-8243-d9177c20593c" targetNamespace="http://schemas.microsoft.com/office/2006/metadata/properties" ma:root="true" ma:fieldsID="39eed30d72e9744e48d1ce4fb995e065" ns2:_="">
    <xsd:import namespace="abdabb44-9601-472e-8243-d9177c20593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abb44-9601-472e-8243-d9177c2059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859F668-5352-487F-B544-CA40C5134995}">
  <ds:schemaRefs>
    <ds:schemaRef ds:uri="abdabb44-9601-472e-8243-d9177c20593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E06AE7C-8139-41B5-975A-46A126EE84B2}">
  <ds:schemaRefs>
    <ds:schemaRef ds:uri="http://schemas.microsoft.com/sharepoint/v3/contenttype/forms"/>
  </ds:schemaRefs>
</ds:datastoreItem>
</file>

<file path=customXml/itemProps3.xml><?xml version="1.0" encoding="utf-8"?>
<ds:datastoreItem xmlns:ds="http://schemas.openxmlformats.org/officeDocument/2006/customXml" ds:itemID="{AAE6F0EF-C47F-49A4-BD01-FABC04D68B88}">
  <ds:schemaRefs>
    <ds:schemaRef ds:uri="http://schemas.microsoft.com/office/2006/documentManagement/types"/>
    <ds:schemaRef ds:uri="http://www.w3.org/XML/1998/namespace"/>
    <ds:schemaRef ds:uri="http://purl.org/dc/elements/1.1/"/>
    <ds:schemaRef ds:uri="http://purl.org/dc/terms/"/>
    <ds:schemaRef ds:uri="http://purl.org/dc/dcmitype/"/>
    <ds:schemaRef ds:uri="http://schemas.openxmlformats.org/package/2006/metadata/core-properties"/>
    <ds:schemaRef ds:uri="http://schemas.microsoft.com/office/infopath/2007/PartnerControls"/>
    <ds:schemaRef ds:uri="abdabb44-9601-472e-8243-d9177c20593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1046</TotalTime>
  <Words>2140</Words>
  <Application>Microsoft Office PowerPoint</Application>
  <PresentationFormat>Widescreen</PresentationFormat>
  <Paragraphs>323</Paragraphs>
  <Slides>31</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31</vt:i4>
      </vt:variant>
    </vt:vector>
  </HeadingPairs>
  <TitlesOfParts>
    <vt:vector size="38" baseType="lpstr">
      <vt:lpstr>Arial</vt:lpstr>
      <vt:lpstr>Arial (Body)</vt:lpstr>
      <vt:lpstr>Calibri</vt:lpstr>
      <vt:lpstr>Cambria Math</vt:lpstr>
      <vt:lpstr>Roboto</vt:lpstr>
      <vt:lpstr>Cover and End Slide Master</vt:lpstr>
      <vt:lpstr>Office Theme</vt:lpstr>
      <vt:lpstr>PowerPoint Presentation</vt:lpstr>
      <vt:lpstr>PowerPoint Presentation</vt:lpstr>
      <vt:lpstr>PowerPoint Presentation</vt:lpstr>
      <vt:lpstr>PHÁT BIỂU BÀI TOÁN</vt:lpstr>
      <vt:lpstr>PHÁT BIỂU BÀI TOÁN</vt:lpstr>
      <vt:lpstr>PowerPoint Presentation</vt:lpstr>
      <vt:lpstr>KIẾN THỨC NỀN TẢNG</vt:lpstr>
      <vt:lpstr>KIẾN THỨC NỀN TẢNG</vt:lpstr>
      <vt:lpstr>PowerPoint Presentation</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THỰC NGHIỆM</vt:lpstr>
      <vt:lpstr>PowerPoint Presentation</vt:lpstr>
      <vt:lpstr>TỔNG KẾT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DucNN2@fpts.com.vn</dc:creator>
  <cp:lastModifiedBy>Duc Nguyen Ngoc</cp:lastModifiedBy>
  <cp:revision>4</cp:revision>
  <dcterms:created xsi:type="dcterms:W3CDTF">2023-03-15T04:21:50Z</dcterms:created>
  <dcterms:modified xsi:type="dcterms:W3CDTF">2025-11-04T15:54:47Z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0x010100870416AB34B59B408067A14BC462CFA2</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